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8" r:id="rId3"/>
    <p:sldId id="263" r:id="rId4"/>
    <p:sldId id="270" r:id="rId5"/>
    <p:sldId id="268" r:id="rId6"/>
    <p:sldId id="269" r:id="rId7"/>
    <p:sldId id="272" r:id="rId8"/>
    <p:sldId id="273" r:id="rId9"/>
    <p:sldId id="271" r:id="rId10"/>
    <p:sldId id="257" r:id="rId11"/>
    <p:sldId id="276" r:id="rId12"/>
    <p:sldId id="266" r:id="rId13"/>
    <p:sldId id="278" r:id="rId14"/>
    <p:sldId id="277" r:id="rId15"/>
    <p:sldId id="267" r:id="rId16"/>
    <p:sldId id="259" r:id="rId17"/>
    <p:sldId id="274" r:id="rId18"/>
    <p:sldId id="261" r:id="rId19"/>
    <p:sldId id="265" r:id="rId20"/>
    <p:sldId id="260" r:id="rId21"/>
    <p:sldId id="26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A110C"/>
    <a:srgbClr val="01192F"/>
    <a:srgbClr val="A84420"/>
    <a:srgbClr val="16253C"/>
    <a:srgbClr val="8D391B"/>
    <a:srgbClr val="B362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65A600-66DE-4422-B266-4D9E07EEDDF7}" v="27" dt="2025-12-12T03:31:01.2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87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ttier, Simon (he, him | il, lui)" userId="7826fc1b-fb9d-4766-ba69-562e161b9dbc" providerId="ADAL" clId="{EF954CB7-794B-4D5A-BBB9-9A77EB3004B3}"/>
    <pc:docChg chg="undo custSel addSld modSld">
      <pc:chgData name="Guettier, Simon (he, him | il, lui)" userId="7826fc1b-fb9d-4766-ba69-562e161b9dbc" providerId="ADAL" clId="{EF954CB7-794B-4D5A-BBB9-9A77EB3004B3}" dt="2025-12-10T18:45:36.969" v="669" actId="1076"/>
      <pc:docMkLst>
        <pc:docMk/>
      </pc:docMkLst>
      <pc:sldChg chg="addSp delSp modSp new mod setBg addAnim modAnim setClrOvrMap">
        <pc:chgData name="Guettier, Simon (he, him | il, lui)" userId="7826fc1b-fb9d-4766-ba69-562e161b9dbc" providerId="ADAL" clId="{EF954CB7-794B-4D5A-BBB9-9A77EB3004B3}" dt="2025-12-10T14:56:39.206" v="351" actId="20577"/>
        <pc:sldMkLst>
          <pc:docMk/>
          <pc:sldMk cId="354495851" sldId="256"/>
        </pc:sldMkLst>
        <pc:spChg chg="mod">
          <ac:chgData name="Guettier, Simon (he, him | il, lui)" userId="7826fc1b-fb9d-4766-ba69-562e161b9dbc" providerId="ADAL" clId="{EF954CB7-794B-4D5A-BBB9-9A77EB3004B3}" dt="2025-12-10T14:56:18.407" v="348" actId="14100"/>
          <ac:spMkLst>
            <pc:docMk/>
            <pc:sldMk cId="354495851" sldId="256"/>
            <ac:spMk id="2" creationId="{8E903A6F-84BB-0FC3-4F5F-184927E60D66}"/>
          </ac:spMkLst>
        </pc:spChg>
        <pc:spChg chg="mod">
          <ac:chgData name="Guettier, Simon (he, him | il, lui)" userId="7826fc1b-fb9d-4766-ba69-562e161b9dbc" providerId="ADAL" clId="{EF954CB7-794B-4D5A-BBB9-9A77EB3004B3}" dt="2025-12-10T14:56:39.206" v="351" actId="20577"/>
          <ac:spMkLst>
            <pc:docMk/>
            <pc:sldMk cId="354495851" sldId="256"/>
            <ac:spMk id="3" creationId="{D2624E2E-0FF7-2D31-21A1-6ECA691BCB33}"/>
          </ac:spMkLst>
        </pc:spChg>
        <pc:spChg chg="add">
          <ac:chgData name="Guettier, Simon (he, him | il, lui)" userId="7826fc1b-fb9d-4766-ba69-562e161b9dbc" providerId="ADAL" clId="{EF954CB7-794B-4D5A-BBB9-9A77EB3004B3}" dt="2025-12-10T14:44:20.246" v="335" actId="26606"/>
          <ac:spMkLst>
            <pc:docMk/>
            <pc:sldMk cId="354495851" sldId="256"/>
            <ac:spMk id="11" creationId="{71B2258F-86CA-4D4D-8270-BC05FCDEBFB3}"/>
          </ac:spMkLst>
        </pc:spChg>
        <pc:picChg chg="add mod ord">
          <ac:chgData name="Guettier, Simon (he, him | il, lui)" userId="7826fc1b-fb9d-4766-ba69-562e161b9dbc" providerId="ADAL" clId="{EF954CB7-794B-4D5A-BBB9-9A77EB3004B3}" dt="2025-12-10T14:44:20.246" v="335" actId="26606"/>
          <ac:picMkLst>
            <pc:docMk/>
            <pc:sldMk cId="354495851" sldId="256"/>
            <ac:picMk id="6" creationId="{E9EE41BF-A828-764B-C3E4-3C521954354E}"/>
          </ac:picMkLst>
        </pc:picChg>
      </pc:sldChg>
      <pc:sldChg chg="addSp delSp modSp new mod">
        <pc:chgData name="Guettier, Simon (he, him | il, lui)" userId="7826fc1b-fb9d-4766-ba69-562e161b9dbc" providerId="ADAL" clId="{EF954CB7-794B-4D5A-BBB9-9A77EB3004B3}" dt="2025-12-10T16:47:20.370" v="576" actId="21"/>
        <pc:sldMkLst>
          <pc:docMk/>
          <pc:sldMk cId="3363870539" sldId="257"/>
        </pc:sldMkLst>
        <pc:spChg chg="mod">
          <ac:chgData name="Guettier, Simon (he, him | il, lui)" userId="7826fc1b-fb9d-4766-ba69-562e161b9dbc" providerId="ADAL" clId="{EF954CB7-794B-4D5A-BBB9-9A77EB3004B3}" dt="2025-12-10T14:22:10.718" v="221" actId="20577"/>
          <ac:spMkLst>
            <pc:docMk/>
            <pc:sldMk cId="3363870539" sldId="257"/>
            <ac:spMk id="2" creationId="{BB463625-78EA-AFE2-4689-39B2875B5832}"/>
          </ac:spMkLst>
        </pc:spChg>
        <pc:spChg chg="mod">
          <ac:chgData name="Guettier, Simon (he, him | il, lui)" userId="7826fc1b-fb9d-4766-ba69-562e161b9dbc" providerId="ADAL" clId="{EF954CB7-794B-4D5A-BBB9-9A77EB3004B3}" dt="2025-12-10T14:40:19.803" v="329" actId="2711"/>
          <ac:spMkLst>
            <pc:docMk/>
            <pc:sldMk cId="3363870539" sldId="257"/>
            <ac:spMk id="3" creationId="{DCE11563-A896-075C-45CE-4D00347DAA57}"/>
          </ac:spMkLst>
        </pc:spChg>
        <pc:spChg chg="add mod">
          <ac:chgData name="Guettier, Simon (he, him | il, lui)" userId="7826fc1b-fb9d-4766-ba69-562e161b9dbc" providerId="ADAL" clId="{EF954CB7-794B-4D5A-BBB9-9A77EB3004B3}" dt="2025-12-10T15:23:50.495" v="375" actId="1076"/>
          <ac:spMkLst>
            <pc:docMk/>
            <pc:sldMk cId="3363870539" sldId="257"/>
            <ac:spMk id="8" creationId="{3D6ADDA3-2E6F-647C-98D6-7684B839D625}"/>
          </ac:spMkLst>
        </pc:spChg>
        <pc:spChg chg="add mod">
          <ac:chgData name="Guettier, Simon (he, him | il, lui)" userId="7826fc1b-fb9d-4766-ba69-562e161b9dbc" providerId="ADAL" clId="{EF954CB7-794B-4D5A-BBB9-9A77EB3004B3}" dt="2025-12-10T16:37:01.887" v="569" actId="207"/>
          <ac:spMkLst>
            <pc:docMk/>
            <pc:sldMk cId="3363870539" sldId="257"/>
            <ac:spMk id="9" creationId="{091911BA-7DC5-A274-3BA1-47DB05D83511}"/>
          </ac:spMkLst>
        </pc:spChg>
      </pc:sldChg>
      <pc:sldChg chg="addSp delSp modSp add mod">
        <pc:chgData name="Guettier, Simon (he, him | il, lui)" userId="7826fc1b-fb9d-4766-ba69-562e161b9dbc" providerId="ADAL" clId="{EF954CB7-794B-4D5A-BBB9-9A77EB3004B3}" dt="2025-12-10T14:35:24.234" v="308" actId="478"/>
        <pc:sldMkLst>
          <pc:docMk/>
          <pc:sldMk cId="1175273397" sldId="258"/>
        </pc:sldMkLst>
        <pc:spChg chg="mod">
          <ac:chgData name="Guettier, Simon (he, him | il, lui)" userId="7826fc1b-fb9d-4766-ba69-562e161b9dbc" providerId="ADAL" clId="{EF954CB7-794B-4D5A-BBB9-9A77EB3004B3}" dt="2025-12-10T14:35:18.018" v="306" actId="20577"/>
          <ac:spMkLst>
            <pc:docMk/>
            <pc:sldMk cId="1175273397" sldId="258"/>
            <ac:spMk id="2" creationId="{C7565B82-F4BD-895F-3AFD-874D9C2F238E}"/>
          </ac:spMkLst>
        </pc:spChg>
      </pc:sldChg>
      <pc:sldChg chg="addSp delSp modSp add mod">
        <pc:chgData name="Guettier, Simon (he, him | il, lui)" userId="7826fc1b-fb9d-4766-ba69-562e161b9dbc" providerId="ADAL" clId="{EF954CB7-794B-4D5A-BBB9-9A77EB3004B3}" dt="2025-12-10T16:04:04.427" v="470" actId="1076"/>
        <pc:sldMkLst>
          <pc:docMk/>
          <pc:sldMk cId="3634306679" sldId="259"/>
        </pc:sldMkLst>
        <pc:picChg chg="add mod">
          <ac:chgData name="Guettier, Simon (he, him | il, lui)" userId="7826fc1b-fb9d-4766-ba69-562e161b9dbc" providerId="ADAL" clId="{EF954CB7-794B-4D5A-BBB9-9A77EB3004B3}" dt="2025-12-10T15:38:58.570" v="391" actId="1076"/>
          <ac:picMkLst>
            <pc:docMk/>
            <pc:sldMk cId="3634306679" sldId="259"/>
            <ac:picMk id="6" creationId="{8471090E-AD15-D977-19A3-37524B1CD94C}"/>
          </ac:picMkLst>
        </pc:picChg>
        <pc:picChg chg="add mod">
          <ac:chgData name="Guettier, Simon (he, him | il, lui)" userId="7826fc1b-fb9d-4766-ba69-562e161b9dbc" providerId="ADAL" clId="{EF954CB7-794B-4D5A-BBB9-9A77EB3004B3}" dt="2025-12-10T15:39:04.882" v="393" actId="1076"/>
          <ac:picMkLst>
            <pc:docMk/>
            <pc:sldMk cId="3634306679" sldId="259"/>
            <ac:picMk id="10" creationId="{45223B8C-82A5-55D1-0D04-280C75E2F724}"/>
          </ac:picMkLst>
        </pc:picChg>
        <pc:picChg chg="add mod">
          <ac:chgData name="Guettier, Simon (he, him | il, lui)" userId="7826fc1b-fb9d-4766-ba69-562e161b9dbc" providerId="ADAL" clId="{EF954CB7-794B-4D5A-BBB9-9A77EB3004B3}" dt="2025-12-10T15:39:01.882" v="392" actId="1076"/>
          <ac:picMkLst>
            <pc:docMk/>
            <pc:sldMk cId="3634306679" sldId="259"/>
            <ac:picMk id="12" creationId="{37C05D47-3D64-DD26-12A2-3F4164BA10EE}"/>
          </ac:picMkLst>
        </pc:picChg>
        <pc:picChg chg="add mod">
          <ac:chgData name="Guettier, Simon (he, him | il, lui)" userId="7826fc1b-fb9d-4766-ba69-562e161b9dbc" providerId="ADAL" clId="{EF954CB7-794B-4D5A-BBB9-9A77EB3004B3}" dt="2025-12-10T15:38:51.417" v="389" actId="1076"/>
          <ac:picMkLst>
            <pc:docMk/>
            <pc:sldMk cId="3634306679" sldId="259"/>
            <ac:picMk id="14" creationId="{B75BE149-2245-B605-309D-CEC381ED750B}"/>
          </ac:picMkLst>
        </pc:picChg>
        <pc:picChg chg="add mod">
          <ac:chgData name="Guettier, Simon (he, him | il, lui)" userId="7826fc1b-fb9d-4766-ba69-562e161b9dbc" providerId="ADAL" clId="{EF954CB7-794B-4D5A-BBB9-9A77EB3004B3}" dt="2025-12-10T15:39:07.455" v="394" actId="1076"/>
          <ac:picMkLst>
            <pc:docMk/>
            <pc:sldMk cId="3634306679" sldId="259"/>
            <ac:picMk id="16" creationId="{753D3CE2-C60E-04C9-AE28-0D9CB49CC114}"/>
          </ac:picMkLst>
        </pc:picChg>
        <pc:picChg chg="add mod">
          <ac:chgData name="Guettier, Simon (he, him | il, lui)" userId="7826fc1b-fb9d-4766-ba69-562e161b9dbc" providerId="ADAL" clId="{EF954CB7-794B-4D5A-BBB9-9A77EB3004B3}" dt="2025-12-10T15:38:47.724" v="387" actId="1076"/>
          <ac:picMkLst>
            <pc:docMk/>
            <pc:sldMk cId="3634306679" sldId="259"/>
            <ac:picMk id="18" creationId="{01B54853-E5D8-01E6-9189-CFED070AE7E7}"/>
          </ac:picMkLst>
        </pc:picChg>
        <pc:picChg chg="add mod">
          <ac:chgData name="Guettier, Simon (he, him | il, lui)" userId="7826fc1b-fb9d-4766-ba69-562e161b9dbc" providerId="ADAL" clId="{EF954CB7-794B-4D5A-BBB9-9A77EB3004B3}" dt="2025-12-10T15:38:45.524" v="386" actId="1076"/>
          <ac:picMkLst>
            <pc:docMk/>
            <pc:sldMk cId="3634306679" sldId="259"/>
            <ac:picMk id="20" creationId="{0A26C066-0112-9BA2-25BC-C7AE45D8C401}"/>
          </ac:picMkLst>
        </pc:picChg>
        <pc:picChg chg="add mod">
          <ac:chgData name="Guettier, Simon (he, him | il, lui)" userId="7826fc1b-fb9d-4766-ba69-562e161b9dbc" providerId="ADAL" clId="{EF954CB7-794B-4D5A-BBB9-9A77EB3004B3}" dt="2025-12-10T15:38:55.777" v="390" actId="1076"/>
          <ac:picMkLst>
            <pc:docMk/>
            <pc:sldMk cId="3634306679" sldId="259"/>
            <ac:picMk id="22" creationId="{42C34387-B761-F83E-B791-AEE4589536A8}"/>
          </ac:picMkLst>
        </pc:picChg>
        <pc:picChg chg="add mod">
          <ac:chgData name="Guettier, Simon (he, him | il, lui)" userId="7826fc1b-fb9d-4766-ba69-562e161b9dbc" providerId="ADAL" clId="{EF954CB7-794B-4D5A-BBB9-9A77EB3004B3}" dt="2025-12-10T15:38:32.448" v="384" actId="14100"/>
          <ac:picMkLst>
            <pc:docMk/>
            <pc:sldMk cId="3634306679" sldId="259"/>
            <ac:picMk id="24" creationId="{8ED9EE03-2ACA-7D42-3B02-3D17986449EE}"/>
          </ac:picMkLst>
        </pc:picChg>
        <pc:picChg chg="mod">
          <ac:chgData name="Guettier, Simon (he, him | il, lui)" userId="7826fc1b-fb9d-4766-ba69-562e161b9dbc" providerId="ADAL" clId="{EF954CB7-794B-4D5A-BBB9-9A77EB3004B3}" dt="2025-12-10T15:57:45.814" v="425" actId="1076"/>
          <ac:picMkLst>
            <pc:docMk/>
            <pc:sldMk cId="3634306679" sldId="259"/>
            <ac:picMk id="26" creationId="{A078E885-500F-CE4A-83CB-A3919B02EA5B}"/>
          </ac:picMkLst>
        </pc:picChg>
        <pc:picChg chg="mod">
          <ac:chgData name="Guettier, Simon (he, him | il, lui)" userId="7826fc1b-fb9d-4766-ba69-562e161b9dbc" providerId="ADAL" clId="{EF954CB7-794B-4D5A-BBB9-9A77EB3004B3}" dt="2025-12-10T15:57:51.459" v="426" actId="1076"/>
          <ac:picMkLst>
            <pc:docMk/>
            <pc:sldMk cId="3634306679" sldId="259"/>
            <ac:picMk id="28" creationId="{221D92DC-BFAD-A8C4-DFCA-4BB1AAE529EE}"/>
          </ac:picMkLst>
        </pc:picChg>
        <pc:picChg chg="add mod">
          <ac:chgData name="Guettier, Simon (he, him | il, lui)" userId="7826fc1b-fb9d-4766-ba69-562e161b9dbc" providerId="ADAL" clId="{EF954CB7-794B-4D5A-BBB9-9A77EB3004B3}" dt="2025-12-10T15:58:04.596" v="432" actId="1076"/>
          <ac:picMkLst>
            <pc:docMk/>
            <pc:sldMk cId="3634306679" sldId="259"/>
            <ac:picMk id="30" creationId="{38DE41FA-E4FC-6434-89A1-A21BAF75388B}"/>
          </ac:picMkLst>
        </pc:picChg>
        <pc:picChg chg="mod">
          <ac:chgData name="Guettier, Simon (he, him | il, lui)" userId="7826fc1b-fb9d-4766-ba69-562e161b9dbc" providerId="ADAL" clId="{EF954CB7-794B-4D5A-BBB9-9A77EB3004B3}" dt="2025-12-10T16:03:46.237" v="466" actId="1076"/>
          <ac:picMkLst>
            <pc:docMk/>
            <pc:sldMk cId="3634306679" sldId="259"/>
            <ac:picMk id="32" creationId="{06805084-E511-4A35-37EC-6200A2D0093B}"/>
          </ac:picMkLst>
        </pc:picChg>
        <pc:picChg chg="mod">
          <ac:chgData name="Guettier, Simon (he, him | il, lui)" userId="7826fc1b-fb9d-4766-ba69-562e161b9dbc" providerId="ADAL" clId="{EF954CB7-794B-4D5A-BBB9-9A77EB3004B3}" dt="2025-12-10T16:00:33.383" v="445" actId="1076"/>
          <ac:picMkLst>
            <pc:docMk/>
            <pc:sldMk cId="3634306679" sldId="259"/>
            <ac:picMk id="34" creationId="{831692D6-331F-8427-5BDC-CCE9123D9835}"/>
          </ac:picMkLst>
        </pc:picChg>
        <pc:picChg chg="add mod">
          <ac:chgData name="Guettier, Simon (he, him | il, lui)" userId="7826fc1b-fb9d-4766-ba69-562e161b9dbc" providerId="ADAL" clId="{EF954CB7-794B-4D5A-BBB9-9A77EB3004B3}" dt="2025-12-10T16:03:34.118" v="464" actId="1076"/>
          <ac:picMkLst>
            <pc:docMk/>
            <pc:sldMk cId="3634306679" sldId="259"/>
            <ac:picMk id="36" creationId="{EE8343D6-81EF-F0CD-961E-956599CEEF67}"/>
          </ac:picMkLst>
        </pc:picChg>
        <pc:picChg chg="add mod">
          <ac:chgData name="Guettier, Simon (he, him | il, lui)" userId="7826fc1b-fb9d-4766-ba69-562e161b9dbc" providerId="ADAL" clId="{EF954CB7-794B-4D5A-BBB9-9A77EB3004B3}" dt="2025-12-10T16:04:01.375" v="469" actId="1076"/>
          <ac:picMkLst>
            <pc:docMk/>
            <pc:sldMk cId="3634306679" sldId="259"/>
            <ac:picMk id="38" creationId="{E21202F8-BC21-50D0-CE61-898F7D1C4F20}"/>
          </ac:picMkLst>
        </pc:picChg>
        <pc:picChg chg="mod">
          <ac:chgData name="Guettier, Simon (he, him | il, lui)" userId="7826fc1b-fb9d-4766-ba69-562e161b9dbc" providerId="ADAL" clId="{EF954CB7-794B-4D5A-BBB9-9A77EB3004B3}" dt="2025-12-10T16:03:58.195" v="468" actId="1076"/>
          <ac:picMkLst>
            <pc:docMk/>
            <pc:sldMk cId="3634306679" sldId="259"/>
            <ac:picMk id="40" creationId="{9F6687DC-581E-02B7-27A7-E4D0A6F20159}"/>
          </ac:picMkLst>
        </pc:picChg>
        <pc:picChg chg="mod">
          <ac:chgData name="Guettier, Simon (he, him | il, lui)" userId="7826fc1b-fb9d-4766-ba69-562e161b9dbc" providerId="ADAL" clId="{EF954CB7-794B-4D5A-BBB9-9A77EB3004B3}" dt="2025-12-10T16:02:31.989" v="452" actId="1076"/>
          <ac:picMkLst>
            <pc:docMk/>
            <pc:sldMk cId="3634306679" sldId="259"/>
            <ac:picMk id="42" creationId="{CEF7F6FC-C40D-10DD-C13B-8B840BFDB6D8}"/>
          </ac:picMkLst>
        </pc:picChg>
        <pc:picChg chg="mod">
          <ac:chgData name="Guettier, Simon (he, him | il, lui)" userId="7826fc1b-fb9d-4766-ba69-562e161b9dbc" providerId="ADAL" clId="{EF954CB7-794B-4D5A-BBB9-9A77EB3004B3}" dt="2025-12-10T16:02:37.245" v="454" actId="1076"/>
          <ac:picMkLst>
            <pc:docMk/>
            <pc:sldMk cId="3634306679" sldId="259"/>
            <ac:picMk id="44" creationId="{7EE06018-6712-38CE-1230-542A203B68BE}"/>
          </ac:picMkLst>
        </pc:picChg>
        <pc:picChg chg="add mod">
          <ac:chgData name="Guettier, Simon (he, him | il, lui)" userId="7826fc1b-fb9d-4766-ba69-562e161b9dbc" providerId="ADAL" clId="{EF954CB7-794B-4D5A-BBB9-9A77EB3004B3}" dt="2025-12-10T16:02:34.917" v="453" actId="1076"/>
          <ac:picMkLst>
            <pc:docMk/>
            <pc:sldMk cId="3634306679" sldId="259"/>
            <ac:picMk id="46" creationId="{26592DC0-A948-A511-387F-A729AC1E5349}"/>
          </ac:picMkLst>
        </pc:picChg>
        <pc:picChg chg="mod">
          <ac:chgData name="Guettier, Simon (he, him | il, lui)" userId="7826fc1b-fb9d-4766-ba69-562e161b9dbc" providerId="ADAL" clId="{EF954CB7-794B-4D5A-BBB9-9A77EB3004B3}" dt="2025-12-10T16:04:04.427" v="470" actId="1076"/>
          <ac:picMkLst>
            <pc:docMk/>
            <pc:sldMk cId="3634306679" sldId="259"/>
            <ac:picMk id="48" creationId="{6BE9215C-55E9-E02E-5932-DBC7BC67628E}"/>
          </ac:picMkLst>
        </pc:picChg>
        <pc:picChg chg="mod">
          <ac:chgData name="Guettier, Simon (he, him | il, lui)" userId="7826fc1b-fb9d-4766-ba69-562e161b9dbc" providerId="ADAL" clId="{EF954CB7-794B-4D5A-BBB9-9A77EB3004B3}" dt="2025-12-10T16:03:23.818" v="461" actId="1076"/>
          <ac:picMkLst>
            <pc:docMk/>
            <pc:sldMk cId="3634306679" sldId="259"/>
            <ac:picMk id="50" creationId="{B369921E-83D6-ABFC-E8CD-AFCCCBC3BA48}"/>
          </ac:picMkLst>
        </pc:picChg>
        <pc:picChg chg="mod">
          <ac:chgData name="Guettier, Simon (he, him | il, lui)" userId="7826fc1b-fb9d-4766-ba69-562e161b9dbc" providerId="ADAL" clId="{EF954CB7-794B-4D5A-BBB9-9A77EB3004B3}" dt="2025-12-10T16:03:09.814" v="458" actId="1076"/>
          <ac:picMkLst>
            <pc:docMk/>
            <pc:sldMk cId="3634306679" sldId="259"/>
            <ac:picMk id="52" creationId="{43D311B4-9361-4D2F-9316-1844B3302142}"/>
          </ac:picMkLst>
        </pc:picChg>
        <pc:picChg chg="mod">
          <ac:chgData name="Guettier, Simon (he, him | il, lui)" userId="7826fc1b-fb9d-4766-ba69-562e161b9dbc" providerId="ADAL" clId="{EF954CB7-794B-4D5A-BBB9-9A77EB3004B3}" dt="2025-12-10T16:03:42.380" v="465" actId="1076"/>
          <ac:picMkLst>
            <pc:docMk/>
            <pc:sldMk cId="3634306679" sldId="259"/>
            <ac:picMk id="54" creationId="{A91280D5-641D-B3EB-C8F8-FA782D395BF8}"/>
          </ac:picMkLst>
        </pc:picChg>
        <pc:picChg chg="add mod">
          <ac:chgData name="Guettier, Simon (he, him | il, lui)" userId="7826fc1b-fb9d-4766-ba69-562e161b9dbc" providerId="ADAL" clId="{EF954CB7-794B-4D5A-BBB9-9A77EB3004B3}" dt="2025-12-10T16:02:58.930" v="456" actId="1076"/>
          <ac:picMkLst>
            <pc:docMk/>
            <pc:sldMk cId="3634306679" sldId="259"/>
            <ac:picMk id="56" creationId="{55B15DE1-B147-211F-B5A8-FA31119267A7}"/>
          </ac:picMkLst>
        </pc:picChg>
        <pc:picChg chg="add mod">
          <ac:chgData name="Guettier, Simon (he, him | il, lui)" userId="7826fc1b-fb9d-4766-ba69-562e161b9dbc" providerId="ADAL" clId="{EF954CB7-794B-4D5A-BBB9-9A77EB3004B3}" dt="2025-12-10T15:58:25.653" v="436" actId="1076"/>
          <ac:picMkLst>
            <pc:docMk/>
            <pc:sldMk cId="3634306679" sldId="259"/>
            <ac:picMk id="58" creationId="{BBCD290C-FED1-7D5E-58BB-09FD7F7D5CD6}"/>
          </ac:picMkLst>
        </pc:picChg>
        <pc:picChg chg="add mod">
          <ac:chgData name="Guettier, Simon (he, him | il, lui)" userId="7826fc1b-fb9d-4766-ba69-562e161b9dbc" providerId="ADAL" clId="{EF954CB7-794B-4D5A-BBB9-9A77EB3004B3}" dt="2025-12-10T15:58:15.429" v="434" actId="1076"/>
          <ac:picMkLst>
            <pc:docMk/>
            <pc:sldMk cId="3634306679" sldId="259"/>
            <ac:picMk id="60" creationId="{C739CD68-A291-E307-87FD-9F251C674B51}"/>
          </ac:picMkLst>
        </pc:picChg>
        <pc:picChg chg="add mod">
          <ac:chgData name="Guettier, Simon (he, him | il, lui)" userId="7826fc1b-fb9d-4766-ba69-562e161b9dbc" providerId="ADAL" clId="{EF954CB7-794B-4D5A-BBB9-9A77EB3004B3}" dt="2025-12-10T15:58:19.839" v="435" actId="1076"/>
          <ac:picMkLst>
            <pc:docMk/>
            <pc:sldMk cId="3634306679" sldId="259"/>
            <ac:picMk id="62" creationId="{A416C31C-FFFB-2803-BD02-FA928A19737E}"/>
          </ac:picMkLst>
        </pc:picChg>
        <pc:picChg chg="add mod">
          <ac:chgData name="Guettier, Simon (he, him | il, lui)" userId="7826fc1b-fb9d-4766-ba69-562e161b9dbc" providerId="ADAL" clId="{EF954CB7-794B-4D5A-BBB9-9A77EB3004B3}" dt="2025-12-10T15:57:25.971" v="424" actId="1076"/>
          <ac:picMkLst>
            <pc:docMk/>
            <pc:sldMk cId="3634306679" sldId="259"/>
            <ac:picMk id="64" creationId="{E2788EA2-8CFF-52A1-2C9D-5FC4D6E7CB42}"/>
          </ac:picMkLst>
        </pc:picChg>
        <pc:picChg chg="mod">
          <ac:chgData name="Guettier, Simon (he, him | il, lui)" userId="7826fc1b-fb9d-4766-ba69-562e161b9dbc" providerId="ADAL" clId="{EF954CB7-794B-4D5A-BBB9-9A77EB3004B3}" dt="2025-12-10T16:03:18.451" v="460" actId="1076"/>
          <ac:picMkLst>
            <pc:docMk/>
            <pc:sldMk cId="3634306679" sldId="259"/>
            <ac:picMk id="66" creationId="{0ADFDCD9-F0C8-30D2-AFE7-BC4DC2030AC3}"/>
          </ac:picMkLst>
        </pc:picChg>
        <pc:picChg chg="mod">
          <ac:chgData name="Guettier, Simon (he, him | il, lui)" userId="7826fc1b-fb9d-4766-ba69-562e161b9dbc" providerId="ADAL" clId="{EF954CB7-794B-4D5A-BBB9-9A77EB3004B3}" dt="2025-12-10T16:03:31.334" v="463" actId="1076"/>
          <ac:picMkLst>
            <pc:docMk/>
            <pc:sldMk cId="3634306679" sldId="259"/>
            <ac:picMk id="68" creationId="{574E7099-60E8-7F75-DBC6-E377DC754F2B}"/>
          </ac:picMkLst>
        </pc:picChg>
        <pc:picChg chg="mod">
          <ac:chgData name="Guettier, Simon (he, him | il, lui)" userId="7826fc1b-fb9d-4766-ba69-562e161b9dbc" providerId="ADAL" clId="{EF954CB7-794B-4D5A-BBB9-9A77EB3004B3}" dt="2025-12-10T15:58:10.467" v="433" actId="1076"/>
          <ac:picMkLst>
            <pc:docMk/>
            <pc:sldMk cId="3634306679" sldId="259"/>
            <ac:picMk id="70" creationId="{8917F412-45E0-4874-5782-1781EA7A4501}"/>
          </ac:picMkLst>
        </pc:picChg>
        <pc:picChg chg="add mod">
          <ac:chgData name="Guettier, Simon (he, him | il, lui)" userId="7826fc1b-fb9d-4766-ba69-562e161b9dbc" providerId="ADAL" clId="{EF954CB7-794B-4D5A-BBB9-9A77EB3004B3}" dt="2025-12-10T16:03:52.327" v="467" actId="1076"/>
          <ac:picMkLst>
            <pc:docMk/>
            <pc:sldMk cId="3634306679" sldId="259"/>
            <ac:picMk id="72" creationId="{2390DF34-6C63-B321-A5ED-F1C79E52676C}"/>
          </ac:picMkLst>
        </pc:picChg>
      </pc:sldChg>
      <pc:sldChg chg="addSp delSp modSp add mod">
        <pc:chgData name="Guettier, Simon (he, him | il, lui)" userId="7826fc1b-fb9d-4766-ba69-562e161b9dbc" providerId="ADAL" clId="{EF954CB7-794B-4D5A-BBB9-9A77EB3004B3}" dt="2025-12-10T18:44:25.399" v="658" actId="1076"/>
        <pc:sldMkLst>
          <pc:docMk/>
          <pc:sldMk cId="3600266187" sldId="260"/>
        </pc:sldMkLst>
        <pc:spChg chg="mod">
          <ac:chgData name="Guettier, Simon (he, him | il, lui)" userId="7826fc1b-fb9d-4766-ba69-562e161b9dbc" providerId="ADAL" clId="{EF954CB7-794B-4D5A-BBB9-9A77EB3004B3}" dt="2025-12-10T18:38:32.611" v="581" actId="1076"/>
          <ac:spMkLst>
            <pc:docMk/>
            <pc:sldMk cId="3600266187" sldId="260"/>
            <ac:spMk id="23" creationId="{5B495054-B05C-AC76-46FF-1DB6BB4EC220}"/>
          </ac:spMkLst>
        </pc:spChg>
        <pc:spChg chg="add mod ord">
          <ac:chgData name="Guettier, Simon (he, him | il, lui)" userId="7826fc1b-fb9d-4766-ba69-562e161b9dbc" providerId="ADAL" clId="{EF954CB7-794B-4D5A-BBB9-9A77EB3004B3}" dt="2025-12-10T18:39:55.889" v="598" actId="14100"/>
          <ac:spMkLst>
            <pc:docMk/>
            <pc:sldMk cId="3600266187" sldId="260"/>
            <ac:spMk id="27" creationId="{F650F943-9316-0930-FAC1-B4E53DEA9AED}"/>
          </ac:spMkLst>
        </pc:spChg>
        <pc:spChg chg="add mod">
          <ac:chgData name="Guettier, Simon (he, him | il, lui)" userId="7826fc1b-fb9d-4766-ba69-562e161b9dbc" providerId="ADAL" clId="{EF954CB7-794B-4D5A-BBB9-9A77EB3004B3}" dt="2025-12-10T18:41:28.451" v="616" actId="1076"/>
          <ac:spMkLst>
            <pc:docMk/>
            <pc:sldMk cId="3600266187" sldId="260"/>
            <ac:spMk id="29" creationId="{C46E9168-87E1-5F64-8E34-900DF46B9EFC}"/>
          </ac:spMkLst>
        </pc:spChg>
        <pc:spChg chg="add mod ord">
          <ac:chgData name="Guettier, Simon (he, him | il, lui)" userId="7826fc1b-fb9d-4766-ba69-562e161b9dbc" providerId="ADAL" clId="{EF954CB7-794B-4D5A-BBB9-9A77EB3004B3}" dt="2025-12-10T18:44:25.399" v="658" actId="1076"/>
          <ac:spMkLst>
            <pc:docMk/>
            <pc:sldMk cId="3600266187" sldId="260"/>
            <ac:spMk id="41" creationId="{6C2692CC-4B86-ACAF-D19C-5F7468804FDA}"/>
          </ac:spMkLst>
        </pc:spChg>
        <pc:picChg chg="add mod ord">
          <ac:chgData name="Guettier, Simon (he, him | il, lui)" userId="7826fc1b-fb9d-4766-ba69-562e161b9dbc" providerId="ADAL" clId="{EF954CB7-794B-4D5A-BBB9-9A77EB3004B3}" dt="2025-12-10T18:40:10.769" v="601" actId="1076"/>
          <ac:picMkLst>
            <pc:docMk/>
            <pc:sldMk cId="3600266187" sldId="260"/>
            <ac:picMk id="25" creationId="{C83E0348-9BD2-CBD9-AAFE-71A653A0A722}"/>
          </ac:picMkLst>
        </pc:picChg>
      </pc:sldChg>
      <pc:sldChg chg="addSp delSp modSp add mod">
        <pc:chgData name="Guettier, Simon (he, him | il, lui)" userId="7826fc1b-fb9d-4766-ba69-562e161b9dbc" providerId="ADAL" clId="{EF954CB7-794B-4D5A-BBB9-9A77EB3004B3}" dt="2025-12-10T16:47:23.731" v="578" actId="1076"/>
        <pc:sldMkLst>
          <pc:docMk/>
          <pc:sldMk cId="2424138196" sldId="261"/>
        </pc:sldMkLst>
        <pc:picChg chg="add mod">
          <ac:chgData name="Guettier, Simon (he, him | il, lui)" userId="7826fc1b-fb9d-4766-ba69-562e161b9dbc" providerId="ADAL" clId="{EF954CB7-794B-4D5A-BBB9-9A77EB3004B3}" dt="2025-12-10T16:47:23.731" v="578" actId="1076"/>
          <ac:picMkLst>
            <pc:docMk/>
            <pc:sldMk cId="2424138196" sldId="261"/>
            <ac:picMk id="5" creationId="{28733469-ECDA-7B22-D0B9-A6C3C99DFDED}"/>
          </ac:picMkLst>
        </pc:picChg>
        <pc:picChg chg="add mod">
          <ac:chgData name="Guettier, Simon (he, him | il, lui)" userId="7826fc1b-fb9d-4766-ba69-562e161b9dbc" providerId="ADAL" clId="{EF954CB7-794B-4D5A-BBB9-9A77EB3004B3}" dt="2025-12-10T16:47:23.731" v="578" actId="1076"/>
          <ac:picMkLst>
            <pc:docMk/>
            <pc:sldMk cId="2424138196" sldId="261"/>
            <ac:picMk id="7" creationId="{132009F9-342D-1C9D-07E8-E3FA505EE7F4}"/>
          </ac:picMkLst>
        </pc:picChg>
        <pc:picChg chg="add mod">
          <ac:chgData name="Guettier, Simon (he, him | il, lui)" userId="7826fc1b-fb9d-4766-ba69-562e161b9dbc" providerId="ADAL" clId="{EF954CB7-794B-4D5A-BBB9-9A77EB3004B3}" dt="2025-12-10T16:47:23.731" v="578" actId="1076"/>
          <ac:picMkLst>
            <pc:docMk/>
            <pc:sldMk cId="2424138196" sldId="261"/>
            <ac:picMk id="8" creationId="{0BCF6533-93FD-503F-72EB-45E291012714}"/>
          </ac:picMkLst>
        </pc:picChg>
      </pc:sldChg>
      <pc:sldChg chg="addSp delSp modSp add mod">
        <pc:chgData name="Guettier, Simon (he, him | il, lui)" userId="7826fc1b-fb9d-4766-ba69-562e161b9dbc" providerId="ADAL" clId="{EF954CB7-794B-4D5A-BBB9-9A77EB3004B3}" dt="2025-12-10T18:45:36.969" v="669" actId="1076"/>
        <pc:sldMkLst>
          <pc:docMk/>
          <pc:sldMk cId="695642350" sldId="262"/>
        </pc:sldMkLst>
        <pc:spChg chg="mod">
          <ac:chgData name="Guettier, Simon (he, him | il, lui)" userId="7826fc1b-fb9d-4766-ba69-562e161b9dbc" providerId="ADAL" clId="{EF954CB7-794B-4D5A-BBB9-9A77EB3004B3}" dt="2025-12-10T18:45:18.648" v="665" actId="1076"/>
          <ac:spMkLst>
            <pc:docMk/>
            <pc:sldMk cId="695642350" sldId="262"/>
            <ac:spMk id="4" creationId="{F9F7E362-37FF-A201-629E-D12541051135}"/>
          </ac:spMkLst>
        </pc:spChg>
        <pc:picChg chg="add mod">
          <ac:chgData name="Guettier, Simon (he, him | il, lui)" userId="7826fc1b-fb9d-4766-ba69-562e161b9dbc" providerId="ADAL" clId="{EF954CB7-794B-4D5A-BBB9-9A77EB3004B3}" dt="2025-12-10T18:45:36.969" v="669" actId="1076"/>
          <ac:picMkLst>
            <pc:docMk/>
            <pc:sldMk cId="695642350" sldId="262"/>
            <ac:picMk id="5" creationId="{2D649D42-544E-4659-1935-4F283D20E9F8}"/>
          </ac:picMkLst>
        </pc:picChg>
      </pc:sldChg>
    </pc:docChg>
  </pc:docChgLst>
  <pc:docChgLst>
    <pc:chgData name="Simon Guettier" userId="aecb12b45723362e" providerId="LiveId" clId="{93106A41-72F2-4D58-BE20-2D0BA65C9A85}"/>
    <pc:docChg chg="undo custSel addSld delSld modSld sldOrd">
      <pc:chgData name="Simon Guettier" userId="aecb12b45723362e" providerId="LiveId" clId="{93106A41-72F2-4D58-BE20-2D0BA65C9A85}" dt="2025-12-12T03:39:12.187" v="3306" actId="1076"/>
      <pc:docMkLst>
        <pc:docMk/>
      </pc:docMkLst>
      <pc:sldChg chg="modSp mod">
        <pc:chgData name="Simon Guettier" userId="aecb12b45723362e" providerId="LiveId" clId="{93106A41-72F2-4D58-BE20-2D0BA65C9A85}" dt="2025-12-11T23:23:18.097" v="1" actId="1076"/>
        <pc:sldMkLst>
          <pc:docMk/>
          <pc:sldMk cId="3363870539" sldId="257"/>
        </pc:sldMkLst>
        <pc:spChg chg="mod">
          <ac:chgData name="Simon Guettier" userId="aecb12b45723362e" providerId="LiveId" clId="{93106A41-72F2-4D58-BE20-2D0BA65C9A85}" dt="2025-12-11T23:23:12.951" v="0" actId="1076"/>
          <ac:spMkLst>
            <pc:docMk/>
            <pc:sldMk cId="3363870539" sldId="257"/>
            <ac:spMk id="8" creationId="{3D6ADDA3-2E6F-647C-98D6-7684B839D625}"/>
          </ac:spMkLst>
        </pc:spChg>
        <pc:spChg chg="mod">
          <ac:chgData name="Simon Guettier" userId="aecb12b45723362e" providerId="LiveId" clId="{93106A41-72F2-4D58-BE20-2D0BA65C9A85}" dt="2025-12-11T23:23:18.097" v="1" actId="1076"/>
          <ac:spMkLst>
            <pc:docMk/>
            <pc:sldMk cId="3363870539" sldId="257"/>
            <ac:spMk id="9" creationId="{091911BA-7DC5-A274-3BA1-47DB05D83511}"/>
          </ac:spMkLst>
        </pc:spChg>
      </pc:sldChg>
      <pc:sldChg chg="addSp modSp mod ord">
        <pc:chgData name="Simon Guettier" userId="aecb12b45723362e" providerId="LiveId" clId="{93106A41-72F2-4D58-BE20-2D0BA65C9A85}" dt="2025-12-12T03:38:07.348" v="3299" actId="6549"/>
        <pc:sldMkLst>
          <pc:docMk/>
          <pc:sldMk cId="1175273397" sldId="258"/>
        </pc:sldMkLst>
        <pc:spChg chg="mod">
          <ac:chgData name="Simon Guettier" userId="aecb12b45723362e" providerId="LiveId" clId="{93106A41-72F2-4D58-BE20-2D0BA65C9A85}" dt="2025-12-12T01:29:57.554" v="1918" actId="20577"/>
          <ac:spMkLst>
            <pc:docMk/>
            <pc:sldMk cId="1175273397" sldId="258"/>
            <ac:spMk id="2" creationId="{C7565B82-F4BD-895F-3AFD-874D9C2F238E}"/>
          </ac:spMkLst>
        </pc:spChg>
        <pc:spChg chg="add mod">
          <ac:chgData name="Simon Guettier" userId="aecb12b45723362e" providerId="LiveId" clId="{93106A41-72F2-4D58-BE20-2D0BA65C9A85}" dt="2025-12-12T03:38:07.348" v="3299" actId="6549"/>
          <ac:spMkLst>
            <pc:docMk/>
            <pc:sldMk cId="1175273397" sldId="258"/>
            <ac:spMk id="3" creationId="{3FC27E82-D196-882E-3E30-EBFE1A68E616}"/>
          </ac:spMkLst>
        </pc:spChg>
      </pc:sldChg>
      <pc:sldChg chg="addSp delSp modSp mod">
        <pc:chgData name="Simon Guettier" userId="aecb12b45723362e" providerId="LiveId" clId="{93106A41-72F2-4D58-BE20-2D0BA65C9A85}" dt="2025-12-12T02:36:07.122" v="2688" actId="1076"/>
        <pc:sldMkLst>
          <pc:docMk/>
          <pc:sldMk cId="2424138196" sldId="261"/>
        </pc:sldMkLst>
        <pc:spChg chg="add del mod">
          <ac:chgData name="Simon Guettier" userId="aecb12b45723362e" providerId="LiveId" clId="{93106A41-72F2-4D58-BE20-2D0BA65C9A85}" dt="2025-12-12T02:35:48.193" v="2687" actId="478"/>
          <ac:spMkLst>
            <pc:docMk/>
            <pc:sldMk cId="2424138196" sldId="261"/>
            <ac:spMk id="6" creationId="{7C95FB6B-B294-639A-8FCD-AC5F10C6EE9E}"/>
          </ac:spMkLst>
        </pc:spChg>
        <pc:spChg chg="add del mod">
          <ac:chgData name="Simon Guettier" userId="aecb12b45723362e" providerId="LiveId" clId="{93106A41-72F2-4D58-BE20-2D0BA65C9A85}" dt="2025-12-12T02:35:42.575" v="2685" actId="478"/>
          <ac:spMkLst>
            <pc:docMk/>
            <pc:sldMk cId="2424138196" sldId="261"/>
            <ac:spMk id="10" creationId="{D6DC59C7-4EB5-4A51-73C8-48C46D08FC00}"/>
          </ac:spMkLst>
        </pc:spChg>
        <pc:picChg chg="add del mod">
          <ac:chgData name="Simon Guettier" userId="aecb12b45723362e" providerId="LiveId" clId="{93106A41-72F2-4D58-BE20-2D0BA65C9A85}" dt="2025-12-12T02:35:44.625" v="2686" actId="478"/>
          <ac:picMkLst>
            <pc:docMk/>
            <pc:sldMk cId="2424138196" sldId="261"/>
            <ac:picMk id="4" creationId="{C068B996-6BC0-E240-B341-8518843FCA49}"/>
          </ac:picMkLst>
        </pc:picChg>
        <pc:picChg chg="mod">
          <ac:chgData name="Simon Guettier" userId="aecb12b45723362e" providerId="LiveId" clId="{93106A41-72F2-4D58-BE20-2D0BA65C9A85}" dt="2025-12-12T02:36:07.122" v="2688" actId="1076"/>
          <ac:picMkLst>
            <pc:docMk/>
            <pc:sldMk cId="2424138196" sldId="261"/>
            <ac:picMk id="8" creationId="{0BCF6533-93FD-503F-72EB-45E291012714}"/>
          </ac:picMkLst>
        </pc:picChg>
        <pc:picChg chg="add del mod">
          <ac:chgData name="Simon Guettier" userId="aecb12b45723362e" providerId="LiveId" clId="{93106A41-72F2-4D58-BE20-2D0BA65C9A85}" dt="2025-12-12T02:35:38.945" v="2684" actId="478"/>
          <ac:picMkLst>
            <pc:docMk/>
            <pc:sldMk cId="2424138196" sldId="261"/>
            <ac:picMk id="9" creationId="{BDDCEFD6-27E1-1C16-3432-227136531E8D}"/>
          </ac:picMkLst>
        </pc:picChg>
        <pc:picChg chg="add del mod">
          <ac:chgData name="Simon Guettier" userId="aecb12b45723362e" providerId="LiveId" clId="{93106A41-72F2-4D58-BE20-2D0BA65C9A85}" dt="2025-12-12T02:35:35.721" v="2683" actId="478"/>
          <ac:picMkLst>
            <pc:docMk/>
            <pc:sldMk cId="2424138196" sldId="261"/>
            <ac:picMk id="11" creationId="{DEBEC912-7C4B-FD68-C88A-2AAF9FF738DD}"/>
          </ac:picMkLst>
        </pc:picChg>
      </pc:sldChg>
      <pc:sldChg chg="addSp modSp mod">
        <pc:chgData name="Simon Guettier" userId="aecb12b45723362e" providerId="LiveId" clId="{93106A41-72F2-4D58-BE20-2D0BA65C9A85}" dt="2025-12-12T01:36:05.285" v="2083" actId="1076"/>
        <pc:sldMkLst>
          <pc:docMk/>
          <pc:sldMk cId="695642350" sldId="262"/>
        </pc:sldMkLst>
        <pc:spChg chg="add mod">
          <ac:chgData name="Simon Guettier" userId="aecb12b45723362e" providerId="LiveId" clId="{93106A41-72F2-4D58-BE20-2D0BA65C9A85}" dt="2025-12-12T01:36:05.285" v="2083" actId="1076"/>
          <ac:spMkLst>
            <pc:docMk/>
            <pc:sldMk cId="695642350" sldId="262"/>
            <ac:spMk id="3" creationId="{593D6F1C-B6F8-26D4-8BF8-74D1187D9982}"/>
          </ac:spMkLst>
        </pc:spChg>
      </pc:sldChg>
      <pc:sldChg chg="modSp add mod">
        <pc:chgData name="Simon Guettier" userId="aecb12b45723362e" providerId="LiveId" clId="{93106A41-72F2-4D58-BE20-2D0BA65C9A85}" dt="2025-12-12T02:22:39.404" v="2628" actId="20577"/>
        <pc:sldMkLst>
          <pc:docMk/>
          <pc:sldMk cId="3386871535" sldId="263"/>
        </pc:sldMkLst>
        <pc:spChg chg="mod">
          <ac:chgData name="Simon Guettier" userId="aecb12b45723362e" providerId="LiveId" clId="{93106A41-72F2-4D58-BE20-2D0BA65C9A85}" dt="2025-12-11T23:53:39.944" v="1164" actId="20577"/>
          <ac:spMkLst>
            <pc:docMk/>
            <pc:sldMk cId="3386871535" sldId="263"/>
            <ac:spMk id="2" creationId="{AB17E4BC-0C12-6650-5D1C-F24EFD2BB27B}"/>
          </ac:spMkLst>
        </pc:spChg>
        <pc:spChg chg="mod">
          <ac:chgData name="Simon Guettier" userId="aecb12b45723362e" providerId="LiveId" clId="{93106A41-72F2-4D58-BE20-2D0BA65C9A85}" dt="2025-12-12T02:22:39.404" v="2628" actId="20577"/>
          <ac:spMkLst>
            <pc:docMk/>
            <pc:sldMk cId="3386871535" sldId="263"/>
            <ac:spMk id="3" creationId="{304885E3-CE4A-054E-5D1D-31A71522DE0B}"/>
          </ac:spMkLst>
        </pc:spChg>
      </pc:sldChg>
      <pc:sldChg chg="add del">
        <pc:chgData name="Simon Guettier" userId="aecb12b45723362e" providerId="LiveId" clId="{93106A41-72F2-4D58-BE20-2D0BA65C9A85}" dt="2025-12-12T02:41:26.288" v="2689" actId="2696"/>
        <pc:sldMkLst>
          <pc:docMk/>
          <pc:sldMk cId="1089081270" sldId="264"/>
        </pc:sldMkLst>
      </pc:sldChg>
      <pc:sldChg chg="delSp modSp add mod">
        <pc:chgData name="Simon Guettier" userId="aecb12b45723362e" providerId="LiveId" clId="{93106A41-72F2-4D58-BE20-2D0BA65C9A85}" dt="2025-12-12T02:35:26.156" v="2682" actId="29295"/>
        <pc:sldMkLst>
          <pc:docMk/>
          <pc:sldMk cId="199836061" sldId="265"/>
        </pc:sldMkLst>
        <pc:spChg chg="mod">
          <ac:chgData name="Simon Guettier" userId="aecb12b45723362e" providerId="LiveId" clId="{93106A41-72F2-4D58-BE20-2D0BA65C9A85}" dt="2025-12-12T02:34:32.836" v="2674" actId="1076"/>
          <ac:spMkLst>
            <pc:docMk/>
            <pc:sldMk cId="199836061" sldId="265"/>
            <ac:spMk id="6" creationId="{6773A5ED-EF3E-E525-5B85-9EA452583B7A}"/>
          </ac:spMkLst>
        </pc:spChg>
        <pc:spChg chg="mod">
          <ac:chgData name="Simon Guettier" userId="aecb12b45723362e" providerId="LiveId" clId="{93106A41-72F2-4D58-BE20-2D0BA65C9A85}" dt="2025-12-12T02:35:09.703" v="2681" actId="1076"/>
          <ac:spMkLst>
            <pc:docMk/>
            <pc:sldMk cId="199836061" sldId="265"/>
            <ac:spMk id="10" creationId="{41DC2704-31AD-1D47-F687-4B7FBF1F3EBA}"/>
          </ac:spMkLst>
        </pc:spChg>
        <pc:picChg chg="mod">
          <ac:chgData name="Simon Guettier" userId="aecb12b45723362e" providerId="LiveId" clId="{93106A41-72F2-4D58-BE20-2D0BA65C9A85}" dt="2025-12-12T02:33:32.954" v="2661" actId="1076"/>
          <ac:picMkLst>
            <pc:docMk/>
            <pc:sldMk cId="199836061" sldId="265"/>
            <ac:picMk id="4" creationId="{C124D2CB-7FA4-3A1A-C0BC-CEAFC4DEBF93}"/>
          </ac:picMkLst>
        </pc:picChg>
        <pc:picChg chg="mod">
          <ac:chgData name="Simon Guettier" userId="aecb12b45723362e" providerId="LiveId" clId="{93106A41-72F2-4D58-BE20-2D0BA65C9A85}" dt="2025-12-12T02:35:26.156" v="2682" actId="29295"/>
          <ac:picMkLst>
            <pc:docMk/>
            <pc:sldMk cId="199836061" sldId="265"/>
            <ac:picMk id="5" creationId="{87E51D74-C068-890E-B704-44DDECAFBB1D}"/>
          </ac:picMkLst>
        </pc:picChg>
        <pc:picChg chg="del">
          <ac:chgData name="Simon Guettier" userId="aecb12b45723362e" providerId="LiveId" clId="{93106A41-72F2-4D58-BE20-2D0BA65C9A85}" dt="2025-12-12T02:32:52.948" v="2648" actId="478"/>
          <ac:picMkLst>
            <pc:docMk/>
            <pc:sldMk cId="199836061" sldId="265"/>
            <ac:picMk id="7" creationId="{4B52F068-8B05-2BF9-A628-F3E03A7BE067}"/>
          </ac:picMkLst>
        </pc:picChg>
        <pc:picChg chg="del">
          <ac:chgData name="Simon Guettier" userId="aecb12b45723362e" providerId="LiveId" clId="{93106A41-72F2-4D58-BE20-2D0BA65C9A85}" dt="2025-12-12T02:32:50.220" v="2647" actId="478"/>
          <ac:picMkLst>
            <pc:docMk/>
            <pc:sldMk cId="199836061" sldId="265"/>
            <ac:picMk id="8" creationId="{00D6855A-9110-87BA-71B0-A11E1EF232EF}"/>
          </ac:picMkLst>
        </pc:picChg>
        <pc:picChg chg="mod">
          <ac:chgData name="Simon Guettier" userId="aecb12b45723362e" providerId="LiveId" clId="{93106A41-72F2-4D58-BE20-2D0BA65C9A85}" dt="2025-12-12T02:34:44.835" v="2679" actId="1035"/>
          <ac:picMkLst>
            <pc:docMk/>
            <pc:sldMk cId="199836061" sldId="265"/>
            <ac:picMk id="9" creationId="{E07389C5-473D-D6DA-9DBD-BA22FA4C392F}"/>
          </ac:picMkLst>
        </pc:picChg>
        <pc:picChg chg="del">
          <ac:chgData name="Simon Guettier" userId="aecb12b45723362e" providerId="LiveId" clId="{93106A41-72F2-4D58-BE20-2D0BA65C9A85}" dt="2025-12-12T02:32:47.360" v="2646" actId="478"/>
          <ac:picMkLst>
            <pc:docMk/>
            <pc:sldMk cId="199836061" sldId="265"/>
            <ac:picMk id="11" creationId="{A7567E06-E00D-06C6-6979-41D93E1587BC}"/>
          </ac:picMkLst>
        </pc:picChg>
      </pc:sldChg>
      <pc:sldChg chg="addSp delSp modSp add mod">
        <pc:chgData name="Simon Guettier" userId="aecb12b45723362e" providerId="LiveId" clId="{93106A41-72F2-4D58-BE20-2D0BA65C9A85}" dt="2025-12-12T03:39:12.187" v="3306" actId="1076"/>
        <pc:sldMkLst>
          <pc:docMk/>
          <pc:sldMk cId="3788628348" sldId="266"/>
        </pc:sldMkLst>
        <pc:spChg chg="mod">
          <ac:chgData name="Simon Guettier" userId="aecb12b45723362e" providerId="LiveId" clId="{93106A41-72F2-4D58-BE20-2D0BA65C9A85}" dt="2025-12-12T02:48:42.418" v="2696" actId="20577"/>
          <ac:spMkLst>
            <pc:docMk/>
            <pc:sldMk cId="3788628348" sldId="266"/>
            <ac:spMk id="2" creationId="{E64B3BBB-9015-2CA7-8900-5D6127A84A48}"/>
          </ac:spMkLst>
        </pc:spChg>
        <pc:spChg chg="del mod">
          <ac:chgData name="Simon Guettier" userId="aecb12b45723362e" providerId="LiveId" clId="{93106A41-72F2-4D58-BE20-2D0BA65C9A85}" dt="2025-12-12T02:48:50.002" v="2698" actId="478"/>
          <ac:spMkLst>
            <pc:docMk/>
            <pc:sldMk cId="3788628348" sldId="266"/>
            <ac:spMk id="3" creationId="{5D6F99FD-D60B-FE6D-D80C-F442F6BBD5F2}"/>
          </ac:spMkLst>
        </pc:spChg>
        <pc:spChg chg="add mod">
          <ac:chgData name="Simon Guettier" userId="aecb12b45723362e" providerId="LiveId" clId="{93106A41-72F2-4D58-BE20-2D0BA65C9A85}" dt="2025-12-12T03:22:53.624" v="3085" actId="1076"/>
          <ac:spMkLst>
            <pc:docMk/>
            <pc:sldMk cId="3788628348" sldId="266"/>
            <ac:spMk id="6" creationId="{1E7E1716-B68C-AC94-A3FB-7FFB783E4C93}"/>
          </ac:spMkLst>
        </pc:spChg>
        <pc:spChg chg="del">
          <ac:chgData name="Simon Guettier" userId="aecb12b45723362e" providerId="LiveId" clId="{93106A41-72F2-4D58-BE20-2D0BA65C9A85}" dt="2025-12-12T02:48:38.769" v="2692" actId="478"/>
          <ac:spMkLst>
            <pc:docMk/>
            <pc:sldMk cId="3788628348" sldId="266"/>
            <ac:spMk id="8" creationId="{0FE7DE3B-A15F-516A-760C-36E0340C9ED9}"/>
          </ac:spMkLst>
        </pc:spChg>
        <pc:spChg chg="del">
          <ac:chgData name="Simon Guettier" userId="aecb12b45723362e" providerId="LiveId" clId="{93106A41-72F2-4D58-BE20-2D0BA65C9A85}" dt="2025-12-12T02:48:36.229" v="2691" actId="478"/>
          <ac:spMkLst>
            <pc:docMk/>
            <pc:sldMk cId="3788628348" sldId="266"/>
            <ac:spMk id="9" creationId="{B706743A-FADA-93D8-A799-654F8028550A}"/>
          </ac:spMkLst>
        </pc:spChg>
        <pc:spChg chg="add del mod">
          <ac:chgData name="Simon Guettier" userId="aecb12b45723362e" providerId="LiveId" clId="{93106A41-72F2-4D58-BE20-2D0BA65C9A85}" dt="2025-12-12T02:59:48.574" v="2755" actId="478"/>
          <ac:spMkLst>
            <pc:docMk/>
            <pc:sldMk cId="3788628348" sldId="266"/>
            <ac:spMk id="12" creationId="{AEE6831B-254F-1EDA-8426-CC9032EAD407}"/>
          </ac:spMkLst>
        </pc:spChg>
        <pc:spChg chg="add del mod">
          <ac:chgData name="Simon Guettier" userId="aecb12b45723362e" providerId="LiveId" clId="{93106A41-72F2-4D58-BE20-2D0BA65C9A85}" dt="2025-12-12T03:00:48.802" v="2765"/>
          <ac:spMkLst>
            <pc:docMk/>
            <pc:sldMk cId="3788628348" sldId="266"/>
            <ac:spMk id="13" creationId="{7A8351EF-5BD4-9515-E84D-5AB51271A228}"/>
          </ac:spMkLst>
        </pc:spChg>
        <pc:spChg chg="add del mod ord">
          <ac:chgData name="Simon Guettier" userId="aecb12b45723362e" providerId="LiveId" clId="{93106A41-72F2-4D58-BE20-2D0BA65C9A85}" dt="2025-12-12T03:00:48.802" v="2765"/>
          <ac:spMkLst>
            <pc:docMk/>
            <pc:sldMk cId="3788628348" sldId="266"/>
            <ac:spMk id="14" creationId="{4BD94BF9-882B-5A87-5F35-0058B45EE2B1}"/>
          </ac:spMkLst>
        </pc:spChg>
        <pc:spChg chg="mod">
          <ac:chgData name="Simon Guettier" userId="aecb12b45723362e" providerId="LiveId" clId="{93106A41-72F2-4D58-BE20-2D0BA65C9A85}" dt="2025-12-12T03:23:01.836" v="3086" actId="1076"/>
          <ac:spMkLst>
            <pc:docMk/>
            <pc:sldMk cId="3788628348" sldId="266"/>
            <ac:spMk id="15" creationId="{48342908-3A8F-57DF-F513-CA2D13AF109E}"/>
          </ac:spMkLst>
        </pc:spChg>
        <pc:spChg chg="add mod">
          <ac:chgData name="Simon Guettier" userId="aecb12b45723362e" providerId="LiveId" clId="{93106A41-72F2-4D58-BE20-2D0BA65C9A85}" dt="2025-12-12T03:09:04.037" v="2871" actId="1076"/>
          <ac:spMkLst>
            <pc:docMk/>
            <pc:sldMk cId="3788628348" sldId="266"/>
            <ac:spMk id="16" creationId="{A5800853-B133-E4EF-77AB-7BEEBBDFDD40}"/>
          </ac:spMkLst>
        </pc:spChg>
        <pc:spChg chg="add mod">
          <ac:chgData name="Simon Guettier" userId="aecb12b45723362e" providerId="LiveId" clId="{93106A41-72F2-4D58-BE20-2D0BA65C9A85}" dt="2025-12-12T03:09:42.516" v="2889" actId="14100"/>
          <ac:spMkLst>
            <pc:docMk/>
            <pc:sldMk cId="3788628348" sldId="266"/>
            <ac:spMk id="24" creationId="{0203524B-E1CE-B7A1-8339-EAFC25BA2036}"/>
          </ac:spMkLst>
        </pc:spChg>
        <pc:spChg chg="add mod">
          <ac:chgData name="Simon Guettier" userId="aecb12b45723362e" providerId="LiveId" clId="{93106A41-72F2-4D58-BE20-2D0BA65C9A85}" dt="2025-12-12T03:22:26.089" v="3083" actId="1076"/>
          <ac:spMkLst>
            <pc:docMk/>
            <pc:sldMk cId="3788628348" sldId="266"/>
            <ac:spMk id="25" creationId="{731246D4-99D0-27A9-A095-B32022FBC091}"/>
          </ac:spMkLst>
        </pc:spChg>
        <pc:spChg chg="add mod">
          <ac:chgData name="Simon Guettier" userId="aecb12b45723362e" providerId="LiveId" clId="{93106A41-72F2-4D58-BE20-2D0BA65C9A85}" dt="2025-12-12T03:22:38.615" v="3084" actId="1076"/>
          <ac:spMkLst>
            <pc:docMk/>
            <pc:sldMk cId="3788628348" sldId="266"/>
            <ac:spMk id="26" creationId="{08B1A850-12CC-3645-16C1-A77511FB26FA}"/>
          </ac:spMkLst>
        </pc:spChg>
        <pc:spChg chg="add mod">
          <ac:chgData name="Simon Guettier" userId="aecb12b45723362e" providerId="LiveId" clId="{93106A41-72F2-4D58-BE20-2D0BA65C9A85}" dt="2025-12-12T03:13:36.448" v="2944" actId="20577"/>
          <ac:spMkLst>
            <pc:docMk/>
            <pc:sldMk cId="3788628348" sldId="266"/>
            <ac:spMk id="28" creationId="{27EF2709-AE67-15C0-E43A-F8D5ABF816F7}"/>
          </ac:spMkLst>
        </pc:spChg>
        <pc:spChg chg="add mod">
          <ac:chgData name="Simon Guettier" userId="aecb12b45723362e" providerId="LiveId" clId="{93106A41-72F2-4D58-BE20-2D0BA65C9A85}" dt="2025-12-12T03:12:26.642" v="2927" actId="20577"/>
          <ac:spMkLst>
            <pc:docMk/>
            <pc:sldMk cId="3788628348" sldId="266"/>
            <ac:spMk id="31" creationId="{1E085001-F7BF-4984-B3CD-CA12F2A28BE0}"/>
          </ac:spMkLst>
        </pc:spChg>
        <pc:spChg chg="add mod">
          <ac:chgData name="Simon Guettier" userId="aecb12b45723362e" providerId="LiveId" clId="{93106A41-72F2-4D58-BE20-2D0BA65C9A85}" dt="2025-12-12T03:14:02.131" v="2947" actId="1076"/>
          <ac:spMkLst>
            <pc:docMk/>
            <pc:sldMk cId="3788628348" sldId="266"/>
            <ac:spMk id="32" creationId="{EA77BEE0-44FC-332D-03B1-10EE575B7C6E}"/>
          </ac:spMkLst>
        </pc:spChg>
        <pc:spChg chg="add mod">
          <ac:chgData name="Simon Guettier" userId="aecb12b45723362e" providerId="LiveId" clId="{93106A41-72F2-4D58-BE20-2D0BA65C9A85}" dt="2025-12-12T03:21:18.782" v="3077" actId="2085"/>
          <ac:spMkLst>
            <pc:docMk/>
            <pc:sldMk cId="3788628348" sldId="266"/>
            <ac:spMk id="33" creationId="{874B9434-8086-5253-62D2-3D91C697EA82}"/>
          </ac:spMkLst>
        </pc:spChg>
        <pc:spChg chg="add mod">
          <ac:chgData name="Simon Guettier" userId="aecb12b45723362e" providerId="LiveId" clId="{93106A41-72F2-4D58-BE20-2D0BA65C9A85}" dt="2025-12-12T03:37:51.204" v="3275" actId="20577"/>
          <ac:spMkLst>
            <pc:docMk/>
            <pc:sldMk cId="3788628348" sldId="266"/>
            <ac:spMk id="35" creationId="{2BABA9F3-AE4B-A1CF-DA56-4B85C0C5A0C4}"/>
          </ac:spMkLst>
        </pc:spChg>
        <pc:spChg chg="add mod">
          <ac:chgData name="Simon Guettier" userId="aecb12b45723362e" providerId="LiveId" clId="{93106A41-72F2-4D58-BE20-2D0BA65C9A85}" dt="2025-12-12T03:14:52.712" v="2979" actId="20577"/>
          <ac:spMkLst>
            <pc:docMk/>
            <pc:sldMk cId="3788628348" sldId="266"/>
            <ac:spMk id="37" creationId="{F4EE2C63-5D3E-64B6-BDE3-7143A61CF7BC}"/>
          </ac:spMkLst>
        </pc:spChg>
        <pc:spChg chg="add mod">
          <ac:chgData name="Simon Guettier" userId="aecb12b45723362e" providerId="LiveId" clId="{93106A41-72F2-4D58-BE20-2D0BA65C9A85}" dt="2025-12-12T03:29:54.873" v="3201" actId="20577"/>
          <ac:spMkLst>
            <pc:docMk/>
            <pc:sldMk cId="3788628348" sldId="266"/>
            <ac:spMk id="42" creationId="{764EE7D3-C367-123E-BCBE-61A0DB2AECAD}"/>
          </ac:spMkLst>
        </pc:spChg>
        <pc:spChg chg="add mod">
          <ac:chgData name="Simon Guettier" userId="aecb12b45723362e" providerId="LiveId" clId="{93106A41-72F2-4D58-BE20-2D0BA65C9A85}" dt="2025-12-12T03:30:45.290" v="3226" actId="20577"/>
          <ac:spMkLst>
            <pc:docMk/>
            <pc:sldMk cId="3788628348" sldId="266"/>
            <ac:spMk id="45" creationId="{D74F619E-27D4-FA4E-8DAE-84DD2AD958DA}"/>
          </ac:spMkLst>
        </pc:spChg>
        <pc:spChg chg="add mod">
          <ac:chgData name="Simon Guettier" userId="aecb12b45723362e" providerId="LiveId" clId="{93106A41-72F2-4D58-BE20-2D0BA65C9A85}" dt="2025-12-12T03:38:27.263" v="3305" actId="20577"/>
          <ac:spMkLst>
            <pc:docMk/>
            <pc:sldMk cId="3788628348" sldId="266"/>
            <ac:spMk id="46" creationId="{840C6795-AA29-7AD2-509E-6C02A39473C7}"/>
          </ac:spMkLst>
        </pc:spChg>
        <pc:picChg chg="add mod ord">
          <ac:chgData name="Simon Guettier" userId="aecb12b45723362e" providerId="LiveId" clId="{93106A41-72F2-4D58-BE20-2D0BA65C9A85}" dt="2025-12-12T03:11:39.594" v="2902" actId="14100"/>
          <ac:picMkLst>
            <pc:docMk/>
            <pc:sldMk cId="3788628348" sldId="266"/>
            <ac:picMk id="5" creationId="{C4BFA73A-1140-DDE7-1665-876F64534D29}"/>
          </ac:picMkLst>
        </pc:picChg>
        <pc:picChg chg="add mod ord">
          <ac:chgData name="Simon Guettier" userId="aecb12b45723362e" providerId="LiveId" clId="{93106A41-72F2-4D58-BE20-2D0BA65C9A85}" dt="2025-12-12T03:39:12.187" v="3306" actId="1076"/>
          <ac:picMkLst>
            <pc:docMk/>
            <pc:sldMk cId="3788628348" sldId="266"/>
            <ac:picMk id="10" creationId="{78C79119-4A58-D727-6637-AA2D20FE20C9}"/>
          </ac:picMkLst>
        </pc:picChg>
        <pc:picChg chg="add mod">
          <ac:chgData name="Simon Guettier" userId="aecb12b45723362e" providerId="LiveId" clId="{93106A41-72F2-4D58-BE20-2D0BA65C9A85}" dt="2025-12-12T03:09:53.377" v="2890" actId="1076"/>
          <ac:picMkLst>
            <pc:docMk/>
            <pc:sldMk cId="3788628348" sldId="266"/>
            <ac:picMk id="11" creationId="{A2B633BA-8C0D-261D-9DCB-F3B0458FECD8}"/>
          </ac:picMkLst>
        </pc:picChg>
        <pc:picChg chg="add del mod">
          <ac:chgData name="Simon Guettier" userId="aecb12b45723362e" providerId="LiveId" clId="{93106A41-72F2-4D58-BE20-2D0BA65C9A85}" dt="2025-12-12T03:05:31.127" v="2808" actId="478"/>
          <ac:picMkLst>
            <pc:docMk/>
            <pc:sldMk cId="3788628348" sldId="266"/>
            <ac:picMk id="17" creationId="{9B9A45AA-C741-F4AD-5E96-F244990BE2F8}"/>
          </ac:picMkLst>
        </pc:picChg>
        <pc:picChg chg="add mod ord">
          <ac:chgData name="Simon Guettier" userId="aecb12b45723362e" providerId="LiveId" clId="{93106A41-72F2-4D58-BE20-2D0BA65C9A85}" dt="2025-12-12T03:14:36.555" v="2958" actId="1076"/>
          <ac:picMkLst>
            <pc:docMk/>
            <pc:sldMk cId="3788628348" sldId="266"/>
            <ac:picMk id="21" creationId="{624F8F91-3666-89B0-5BC6-86683401413D}"/>
          </ac:picMkLst>
        </pc:picChg>
        <pc:picChg chg="add mod">
          <ac:chgData name="Simon Guettier" userId="aecb12b45723362e" providerId="LiveId" clId="{93106A41-72F2-4D58-BE20-2D0BA65C9A85}" dt="2025-12-12T03:10:58.669" v="2895" actId="1076"/>
          <ac:picMkLst>
            <pc:docMk/>
            <pc:sldMk cId="3788628348" sldId="266"/>
            <ac:picMk id="27" creationId="{ECC065A4-1AB1-70F8-EBF5-BB51368ACE65}"/>
          </ac:picMkLst>
        </pc:picChg>
        <pc:picChg chg="add del mod">
          <ac:chgData name="Simon Guettier" userId="aecb12b45723362e" providerId="LiveId" clId="{93106A41-72F2-4D58-BE20-2D0BA65C9A85}" dt="2025-12-12T03:11:43.643" v="2904" actId="478"/>
          <ac:picMkLst>
            <pc:docMk/>
            <pc:sldMk cId="3788628348" sldId="266"/>
            <ac:picMk id="30" creationId="{4B85559A-D99B-A732-34D0-EFB238B744AA}"/>
          </ac:picMkLst>
        </pc:picChg>
        <pc:picChg chg="add mod">
          <ac:chgData name="Simon Guettier" userId="aecb12b45723362e" providerId="LiveId" clId="{93106A41-72F2-4D58-BE20-2D0BA65C9A85}" dt="2025-12-12T03:14:02.131" v="2947" actId="1076"/>
          <ac:picMkLst>
            <pc:docMk/>
            <pc:sldMk cId="3788628348" sldId="266"/>
            <ac:picMk id="34" creationId="{0EE43A0F-0E76-4AFE-4555-B6EDC7D5EFC9}"/>
          </ac:picMkLst>
        </pc:picChg>
        <pc:picChg chg="add del mod">
          <ac:chgData name="Simon Guettier" userId="aecb12b45723362e" providerId="LiveId" clId="{93106A41-72F2-4D58-BE20-2D0BA65C9A85}" dt="2025-12-12T03:14:06.499" v="2948" actId="478"/>
          <ac:picMkLst>
            <pc:docMk/>
            <pc:sldMk cId="3788628348" sldId="266"/>
            <ac:picMk id="38" creationId="{12C8C75A-C89C-21F8-B756-779A0C54B545}"/>
          </ac:picMkLst>
        </pc:picChg>
        <pc:picChg chg="add del mod">
          <ac:chgData name="Simon Guettier" userId="aecb12b45723362e" providerId="LiveId" clId="{93106A41-72F2-4D58-BE20-2D0BA65C9A85}" dt="2025-12-12T03:27:33.191" v="3146" actId="478"/>
          <ac:picMkLst>
            <pc:docMk/>
            <pc:sldMk cId="3788628348" sldId="266"/>
            <ac:picMk id="44" creationId="{8E65F55E-53A5-04B2-F64B-EE331049AA51}"/>
          </ac:picMkLst>
        </pc:picChg>
        <pc:cxnChg chg="add del mod">
          <ac:chgData name="Simon Guettier" userId="aecb12b45723362e" providerId="LiveId" clId="{93106A41-72F2-4D58-BE20-2D0BA65C9A85}" dt="2025-12-12T03:10:26.737" v="2891" actId="478"/>
          <ac:cxnSpMkLst>
            <pc:docMk/>
            <pc:sldMk cId="3788628348" sldId="266"/>
            <ac:cxnSpMk id="19" creationId="{138F85BE-CC39-0889-843B-C2BC45D38410}"/>
          </ac:cxnSpMkLst>
        </pc:cxnChg>
        <pc:cxnChg chg="add mod">
          <ac:chgData name="Simon Guettier" userId="aecb12b45723362e" providerId="LiveId" clId="{93106A41-72F2-4D58-BE20-2D0BA65C9A85}" dt="2025-12-12T03:23:01.836" v="3086" actId="1076"/>
          <ac:cxnSpMkLst>
            <pc:docMk/>
            <pc:sldMk cId="3788628348" sldId="266"/>
            <ac:cxnSpMk id="22" creationId="{6FED104E-CBDF-8BF0-9DA1-90561FEF7485}"/>
          </ac:cxnSpMkLst>
        </pc:cxnChg>
        <pc:cxnChg chg="add mod">
          <ac:chgData name="Simon Guettier" userId="aecb12b45723362e" providerId="LiveId" clId="{93106A41-72F2-4D58-BE20-2D0BA65C9A85}" dt="2025-12-12T03:22:38.615" v="3084" actId="1076"/>
          <ac:cxnSpMkLst>
            <pc:docMk/>
            <pc:sldMk cId="3788628348" sldId="266"/>
            <ac:cxnSpMk id="29" creationId="{D0811A13-24AD-AD2C-14F6-CB1D5D657442}"/>
          </ac:cxnSpMkLst>
        </pc:cxnChg>
        <pc:cxnChg chg="add mod">
          <ac:chgData name="Simon Guettier" userId="aecb12b45723362e" providerId="LiveId" clId="{93106A41-72F2-4D58-BE20-2D0BA65C9A85}" dt="2025-12-12T03:14:02.131" v="2947" actId="1076"/>
          <ac:cxnSpMkLst>
            <pc:docMk/>
            <pc:sldMk cId="3788628348" sldId="266"/>
            <ac:cxnSpMk id="36" creationId="{348479E6-50B1-FAB1-2CE4-DA6B58BBC7AE}"/>
          </ac:cxnSpMkLst>
        </pc:cxnChg>
        <pc:cxnChg chg="add mod">
          <ac:chgData name="Simon Guettier" userId="aecb12b45723362e" providerId="LiveId" clId="{93106A41-72F2-4D58-BE20-2D0BA65C9A85}" dt="2025-12-12T03:16:58.957" v="3015" actId="1076"/>
          <ac:cxnSpMkLst>
            <pc:docMk/>
            <pc:sldMk cId="3788628348" sldId="266"/>
            <ac:cxnSpMk id="40" creationId="{8E024DBC-9475-8A3A-A579-D3C6BC48BF37}"/>
          </ac:cxnSpMkLst>
        </pc:cxnChg>
        <pc:cxnChg chg="add mod">
          <ac:chgData name="Simon Guettier" userId="aecb12b45723362e" providerId="LiveId" clId="{93106A41-72F2-4D58-BE20-2D0BA65C9A85}" dt="2025-12-12T03:17:35.441" v="3047" actId="1036"/>
          <ac:cxnSpMkLst>
            <pc:docMk/>
            <pc:sldMk cId="3788628348" sldId="266"/>
            <ac:cxnSpMk id="41" creationId="{45ACA359-ED85-C7B0-F0AA-F7611E8F7C9B}"/>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C6FC6E-B707-4490-8CD6-BC620120533F}" type="datetimeFigureOut">
              <a:rPr lang="en-CA" smtClean="0"/>
              <a:t>2026-05-03</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405EF2-38FC-4EB3-B8B3-6256AAD7174E}" type="slidenum">
              <a:rPr lang="en-CA" smtClean="0"/>
              <a:t>‹#›</a:t>
            </a:fld>
            <a:endParaRPr lang="en-CA"/>
          </a:p>
        </p:txBody>
      </p:sp>
    </p:spTree>
    <p:extLst>
      <p:ext uri="{BB962C8B-B14F-4D97-AF65-F5344CB8AC3E}">
        <p14:creationId xmlns:p14="http://schemas.microsoft.com/office/powerpoint/2010/main" val="2502230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C4405EF2-38FC-4EB3-B8B3-6256AAD7174E}" type="slidenum">
              <a:rPr lang="en-CA" smtClean="0"/>
              <a:t>6</a:t>
            </a:fld>
            <a:endParaRPr lang="en-CA"/>
          </a:p>
        </p:txBody>
      </p:sp>
    </p:spTree>
    <p:extLst>
      <p:ext uri="{BB962C8B-B14F-4D97-AF65-F5344CB8AC3E}">
        <p14:creationId xmlns:p14="http://schemas.microsoft.com/office/powerpoint/2010/main" val="20305722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6726E-3AFF-B6F8-91C5-0B561AEACC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153539EC-6A8D-003C-604E-B37E66AD22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FF41A639-AFC6-49BD-8292-A683B4DF5574}"/>
              </a:ext>
            </a:extLst>
          </p:cNvPr>
          <p:cNvSpPr>
            <a:spLocks noGrp="1"/>
          </p:cNvSpPr>
          <p:nvPr>
            <p:ph type="dt" sz="half" idx="10"/>
          </p:nvPr>
        </p:nvSpPr>
        <p:spPr/>
        <p:txBody>
          <a:bodyPr/>
          <a:lstStyle/>
          <a:p>
            <a:fld id="{DDEFC1D5-8823-4690-A09A-C7DCA957B2C3}" type="datetimeFigureOut">
              <a:rPr lang="en-CA" smtClean="0"/>
              <a:t>2026-05-03</a:t>
            </a:fld>
            <a:endParaRPr lang="en-CA"/>
          </a:p>
        </p:txBody>
      </p:sp>
      <p:sp>
        <p:nvSpPr>
          <p:cNvPr id="5" name="Footer Placeholder 4">
            <a:extLst>
              <a:ext uri="{FF2B5EF4-FFF2-40B4-BE49-F238E27FC236}">
                <a16:creationId xmlns:a16="http://schemas.microsoft.com/office/drawing/2014/main" id="{255845F3-6FBD-C7AF-DECC-6975C469C08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3AB9555-0DDF-E041-A971-CEC0E98AC367}"/>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18837011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1389B-3ACA-0D79-0F88-3B35180DD98C}"/>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9F931992-E445-1495-F277-193CCF5EBD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A4513D9-5E23-4795-C756-843EBF84346D}"/>
              </a:ext>
            </a:extLst>
          </p:cNvPr>
          <p:cNvSpPr>
            <a:spLocks noGrp="1"/>
          </p:cNvSpPr>
          <p:nvPr>
            <p:ph type="dt" sz="half" idx="10"/>
          </p:nvPr>
        </p:nvSpPr>
        <p:spPr/>
        <p:txBody>
          <a:bodyPr/>
          <a:lstStyle/>
          <a:p>
            <a:fld id="{DDEFC1D5-8823-4690-A09A-C7DCA957B2C3}" type="datetimeFigureOut">
              <a:rPr lang="en-CA" smtClean="0"/>
              <a:t>2026-05-03</a:t>
            </a:fld>
            <a:endParaRPr lang="en-CA"/>
          </a:p>
        </p:txBody>
      </p:sp>
      <p:sp>
        <p:nvSpPr>
          <p:cNvPr id="5" name="Footer Placeholder 4">
            <a:extLst>
              <a:ext uri="{FF2B5EF4-FFF2-40B4-BE49-F238E27FC236}">
                <a16:creationId xmlns:a16="http://schemas.microsoft.com/office/drawing/2014/main" id="{FAB23B77-E1C6-18A9-AB1D-7F17A061037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DE49B31-DA04-B19A-FF33-F0953EE9A4BE}"/>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456686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BB52A-4204-D6D3-520A-CCD4375C79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0A9847BC-CCB2-3037-725D-9FCBD2E40A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45E81D-9E13-7533-6E30-BBC41192F9AD}"/>
              </a:ext>
            </a:extLst>
          </p:cNvPr>
          <p:cNvSpPr>
            <a:spLocks noGrp="1"/>
          </p:cNvSpPr>
          <p:nvPr>
            <p:ph type="dt" sz="half" idx="10"/>
          </p:nvPr>
        </p:nvSpPr>
        <p:spPr/>
        <p:txBody>
          <a:bodyPr/>
          <a:lstStyle/>
          <a:p>
            <a:fld id="{DDEFC1D5-8823-4690-A09A-C7DCA957B2C3}" type="datetimeFigureOut">
              <a:rPr lang="en-CA" smtClean="0"/>
              <a:t>2026-05-03</a:t>
            </a:fld>
            <a:endParaRPr lang="en-CA"/>
          </a:p>
        </p:txBody>
      </p:sp>
      <p:sp>
        <p:nvSpPr>
          <p:cNvPr id="5" name="Footer Placeholder 4">
            <a:extLst>
              <a:ext uri="{FF2B5EF4-FFF2-40B4-BE49-F238E27FC236}">
                <a16:creationId xmlns:a16="http://schemas.microsoft.com/office/drawing/2014/main" id="{BAF3C9BD-07C8-1277-D680-BFC0269CF0E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5A4BDBC-075A-A1C8-FFF1-585CACF48757}"/>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3172047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FBD4C-9706-D665-0BCC-B0CDF5E20A70}"/>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4307CB75-C55A-E45F-E5F0-AD518C12B6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2A95B35A-6F66-0D31-B23C-A7D778390D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A6C613D0-7D57-910A-A180-058E069ADE59}"/>
              </a:ext>
            </a:extLst>
          </p:cNvPr>
          <p:cNvSpPr>
            <a:spLocks noGrp="1"/>
          </p:cNvSpPr>
          <p:nvPr>
            <p:ph type="dt" sz="half" idx="10"/>
          </p:nvPr>
        </p:nvSpPr>
        <p:spPr/>
        <p:txBody>
          <a:bodyPr/>
          <a:lstStyle/>
          <a:p>
            <a:fld id="{DDEFC1D5-8823-4690-A09A-C7DCA957B2C3}" type="datetimeFigureOut">
              <a:rPr lang="en-CA" smtClean="0"/>
              <a:t>2026-05-03</a:t>
            </a:fld>
            <a:endParaRPr lang="en-CA"/>
          </a:p>
        </p:txBody>
      </p:sp>
      <p:sp>
        <p:nvSpPr>
          <p:cNvPr id="6" name="Footer Placeholder 5">
            <a:extLst>
              <a:ext uri="{FF2B5EF4-FFF2-40B4-BE49-F238E27FC236}">
                <a16:creationId xmlns:a16="http://schemas.microsoft.com/office/drawing/2014/main" id="{7C524B3C-2718-2E6A-740B-9F7163BBA4E4}"/>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FC163D5-873B-46C5-E728-F8E67CF1B466}"/>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2163891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B23ED-01B4-AF68-64DF-4288F3A25078}"/>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952D5495-70AF-A42B-4E64-4943BB8943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109B49-EEA5-4F45-7944-044EC717705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0A4E14A8-8EDB-0785-8F6F-331D651760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F33D21-DA7C-9D72-C656-C8EE8808DD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705127D6-9A61-0981-F4ED-E26E62859B17}"/>
              </a:ext>
            </a:extLst>
          </p:cNvPr>
          <p:cNvSpPr>
            <a:spLocks noGrp="1"/>
          </p:cNvSpPr>
          <p:nvPr>
            <p:ph type="dt" sz="half" idx="10"/>
          </p:nvPr>
        </p:nvSpPr>
        <p:spPr/>
        <p:txBody>
          <a:bodyPr/>
          <a:lstStyle/>
          <a:p>
            <a:fld id="{DDEFC1D5-8823-4690-A09A-C7DCA957B2C3}" type="datetimeFigureOut">
              <a:rPr lang="en-CA" smtClean="0"/>
              <a:t>2026-05-03</a:t>
            </a:fld>
            <a:endParaRPr lang="en-CA"/>
          </a:p>
        </p:txBody>
      </p:sp>
      <p:sp>
        <p:nvSpPr>
          <p:cNvPr id="8" name="Footer Placeholder 7">
            <a:extLst>
              <a:ext uri="{FF2B5EF4-FFF2-40B4-BE49-F238E27FC236}">
                <a16:creationId xmlns:a16="http://schemas.microsoft.com/office/drawing/2014/main" id="{DD969023-1C3F-9480-2EBE-C64892B28BA7}"/>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E7DE7B72-37E9-C7DB-4C0B-B6FDDD6329CB}"/>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1336337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84C95-7CF9-CDFB-21EE-4FABC0202491}"/>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5F73A9A2-A5BE-16FE-AE23-8DA7269F0C2E}"/>
              </a:ext>
            </a:extLst>
          </p:cNvPr>
          <p:cNvSpPr>
            <a:spLocks noGrp="1"/>
          </p:cNvSpPr>
          <p:nvPr>
            <p:ph type="dt" sz="half" idx="10"/>
          </p:nvPr>
        </p:nvSpPr>
        <p:spPr/>
        <p:txBody>
          <a:bodyPr/>
          <a:lstStyle/>
          <a:p>
            <a:fld id="{DDEFC1D5-8823-4690-A09A-C7DCA957B2C3}" type="datetimeFigureOut">
              <a:rPr lang="en-CA" smtClean="0"/>
              <a:t>2026-05-03</a:t>
            </a:fld>
            <a:endParaRPr lang="en-CA"/>
          </a:p>
        </p:txBody>
      </p:sp>
      <p:sp>
        <p:nvSpPr>
          <p:cNvPr id="4" name="Footer Placeholder 3">
            <a:extLst>
              <a:ext uri="{FF2B5EF4-FFF2-40B4-BE49-F238E27FC236}">
                <a16:creationId xmlns:a16="http://schemas.microsoft.com/office/drawing/2014/main" id="{80830269-C3FF-C5F2-7E3B-23BF22725080}"/>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2C234026-A810-52D1-EB2A-3CA5BEFF7604}"/>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3936952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1CED40-2FAB-50EB-346B-5246071484A0}"/>
              </a:ext>
            </a:extLst>
          </p:cNvPr>
          <p:cNvSpPr>
            <a:spLocks noGrp="1"/>
          </p:cNvSpPr>
          <p:nvPr>
            <p:ph type="dt" sz="half" idx="10"/>
          </p:nvPr>
        </p:nvSpPr>
        <p:spPr/>
        <p:txBody>
          <a:bodyPr/>
          <a:lstStyle/>
          <a:p>
            <a:fld id="{DDEFC1D5-8823-4690-A09A-C7DCA957B2C3}" type="datetimeFigureOut">
              <a:rPr lang="en-CA" smtClean="0"/>
              <a:t>2026-05-03</a:t>
            </a:fld>
            <a:endParaRPr lang="en-CA"/>
          </a:p>
        </p:txBody>
      </p:sp>
      <p:sp>
        <p:nvSpPr>
          <p:cNvPr id="3" name="Footer Placeholder 2">
            <a:extLst>
              <a:ext uri="{FF2B5EF4-FFF2-40B4-BE49-F238E27FC236}">
                <a16:creationId xmlns:a16="http://schemas.microsoft.com/office/drawing/2014/main" id="{85D7364F-B90C-0EA7-6944-021F68AAAF9E}"/>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4B1D5695-5B64-2959-6B3F-87D9949C7455}"/>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36094489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646C1-9337-BB38-0E68-806F1A7E96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0E05EE3D-9259-13BE-3BC6-A99501A5AE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D650BBD4-A935-6CD1-FEB2-2098758CB1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40A859-CC93-D303-736C-BD90DCFB3680}"/>
              </a:ext>
            </a:extLst>
          </p:cNvPr>
          <p:cNvSpPr>
            <a:spLocks noGrp="1"/>
          </p:cNvSpPr>
          <p:nvPr>
            <p:ph type="dt" sz="half" idx="10"/>
          </p:nvPr>
        </p:nvSpPr>
        <p:spPr/>
        <p:txBody>
          <a:bodyPr/>
          <a:lstStyle/>
          <a:p>
            <a:fld id="{DDEFC1D5-8823-4690-A09A-C7DCA957B2C3}" type="datetimeFigureOut">
              <a:rPr lang="en-CA" smtClean="0"/>
              <a:t>2026-05-03</a:t>
            </a:fld>
            <a:endParaRPr lang="en-CA"/>
          </a:p>
        </p:txBody>
      </p:sp>
      <p:sp>
        <p:nvSpPr>
          <p:cNvPr id="6" name="Footer Placeholder 5">
            <a:extLst>
              <a:ext uri="{FF2B5EF4-FFF2-40B4-BE49-F238E27FC236}">
                <a16:creationId xmlns:a16="http://schemas.microsoft.com/office/drawing/2014/main" id="{E33EF52F-FFA2-53B2-7C13-A97A13191764}"/>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B50B4C9F-8A55-D720-E4FA-A17FC59D8C13}"/>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41278619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1CDFB-FAF1-10CB-C778-9190CE78D1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BA4E325B-670A-2DAD-6EA5-BC2C30145D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D85F0043-B00F-DD83-0374-7F0D3DEA4F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C30B48-8761-B96E-C6E1-7582C043DC34}"/>
              </a:ext>
            </a:extLst>
          </p:cNvPr>
          <p:cNvSpPr>
            <a:spLocks noGrp="1"/>
          </p:cNvSpPr>
          <p:nvPr>
            <p:ph type="dt" sz="half" idx="10"/>
          </p:nvPr>
        </p:nvSpPr>
        <p:spPr/>
        <p:txBody>
          <a:bodyPr/>
          <a:lstStyle/>
          <a:p>
            <a:fld id="{DDEFC1D5-8823-4690-A09A-C7DCA957B2C3}" type="datetimeFigureOut">
              <a:rPr lang="en-CA" smtClean="0"/>
              <a:t>2026-05-03</a:t>
            </a:fld>
            <a:endParaRPr lang="en-CA"/>
          </a:p>
        </p:txBody>
      </p:sp>
      <p:sp>
        <p:nvSpPr>
          <p:cNvPr id="6" name="Footer Placeholder 5">
            <a:extLst>
              <a:ext uri="{FF2B5EF4-FFF2-40B4-BE49-F238E27FC236}">
                <a16:creationId xmlns:a16="http://schemas.microsoft.com/office/drawing/2014/main" id="{3990F427-5865-F456-045B-075412F78CB3}"/>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5DDCC5E-E2A2-FCEE-041F-28788F30C3FD}"/>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3904788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659C6-36B3-5F62-E479-EDDCDB4BC2E1}"/>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E8ECDA14-7F3C-A70C-BB7B-038B9F5C05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37A8871-25F7-5CCE-90BC-6C7BDCB7F383}"/>
              </a:ext>
            </a:extLst>
          </p:cNvPr>
          <p:cNvSpPr>
            <a:spLocks noGrp="1"/>
          </p:cNvSpPr>
          <p:nvPr>
            <p:ph type="dt" sz="half" idx="10"/>
          </p:nvPr>
        </p:nvSpPr>
        <p:spPr/>
        <p:txBody>
          <a:bodyPr/>
          <a:lstStyle/>
          <a:p>
            <a:fld id="{DDEFC1D5-8823-4690-A09A-C7DCA957B2C3}" type="datetimeFigureOut">
              <a:rPr lang="en-CA" smtClean="0"/>
              <a:t>2026-05-03</a:t>
            </a:fld>
            <a:endParaRPr lang="en-CA"/>
          </a:p>
        </p:txBody>
      </p:sp>
      <p:sp>
        <p:nvSpPr>
          <p:cNvPr id="5" name="Footer Placeholder 4">
            <a:extLst>
              <a:ext uri="{FF2B5EF4-FFF2-40B4-BE49-F238E27FC236}">
                <a16:creationId xmlns:a16="http://schemas.microsoft.com/office/drawing/2014/main" id="{131BDBF5-FD46-814E-F661-C5200D89DF9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D1D96EF-C814-CC2A-6C61-7563B04EA845}"/>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2912755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2FADDA-7D3E-A2DD-D5DC-3F6E1648A5A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A0B7B2EC-0D22-DB21-0A45-F9CE3B077B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1A7DA89-801B-B6CB-9D5E-D987057FA842}"/>
              </a:ext>
            </a:extLst>
          </p:cNvPr>
          <p:cNvSpPr>
            <a:spLocks noGrp="1"/>
          </p:cNvSpPr>
          <p:nvPr>
            <p:ph type="dt" sz="half" idx="10"/>
          </p:nvPr>
        </p:nvSpPr>
        <p:spPr/>
        <p:txBody>
          <a:bodyPr/>
          <a:lstStyle/>
          <a:p>
            <a:fld id="{DDEFC1D5-8823-4690-A09A-C7DCA957B2C3}" type="datetimeFigureOut">
              <a:rPr lang="en-CA" smtClean="0"/>
              <a:t>2026-05-03</a:t>
            </a:fld>
            <a:endParaRPr lang="en-CA"/>
          </a:p>
        </p:txBody>
      </p:sp>
      <p:sp>
        <p:nvSpPr>
          <p:cNvPr id="5" name="Footer Placeholder 4">
            <a:extLst>
              <a:ext uri="{FF2B5EF4-FFF2-40B4-BE49-F238E27FC236}">
                <a16:creationId xmlns:a16="http://schemas.microsoft.com/office/drawing/2014/main" id="{A6588A94-FE09-E2EB-579F-6307C3DC8BF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4A8F308-2B39-21DE-DB56-DF288DB54C17}"/>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926964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ACBBC9-7DDA-6811-4125-13E217C13F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75DDFF34-EA0B-58A5-69EB-2E57F16DB7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5C0D381-5F70-3A8A-EB01-C55E9E81EA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DEFC1D5-8823-4690-A09A-C7DCA957B2C3}" type="datetimeFigureOut">
              <a:rPr lang="en-CA" smtClean="0"/>
              <a:t>2026-05-03</a:t>
            </a:fld>
            <a:endParaRPr lang="en-CA"/>
          </a:p>
        </p:txBody>
      </p:sp>
      <p:sp>
        <p:nvSpPr>
          <p:cNvPr id="5" name="Footer Placeholder 4">
            <a:extLst>
              <a:ext uri="{FF2B5EF4-FFF2-40B4-BE49-F238E27FC236}">
                <a16:creationId xmlns:a16="http://schemas.microsoft.com/office/drawing/2014/main" id="{111E32DC-6D61-7B77-0B23-895214978C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7861BBEA-8E26-7D09-6DA1-2957C38B60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4CA6B47-AF92-4B85-91F6-63EAA5F4D2D3}" type="slidenum">
              <a:rPr lang="en-CA" smtClean="0"/>
              <a:t>‹#›</a:t>
            </a:fld>
            <a:endParaRPr lang="en-CA"/>
          </a:p>
        </p:txBody>
      </p:sp>
    </p:spTree>
    <p:extLst>
      <p:ext uri="{BB962C8B-B14F-4D97-AF65-F5344CB8AC3E}">
        <p14:creationId xmlns:p14="http://schemas.microsoft.com/office/powerpoint/2010/main" val="14121637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png"/><Relationship Id="rId7" Type="http://schemas.microsoft.com/office/2007/relationships/hdphoto" Target="../media/hdphoto3.wdp"/><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hyperlink" Target="https://www.wisc-online.com/assetrepository/viewasset?id=964" TargetMode="External"/><Relationship Id="rId4" Type="http://schemas.microsoft.com/office/2007/relationships/hdphoto" Target="../media/hdphoto2.wdp"/></Relationships>
</file>

<file path=ppt/slides/_rels/slide7.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 Id="rId6" Type="http://schemas.microsoft.com/office/2007/relationships/hdphoto" Target="../media/hdphoto3.wdp"/><Relationship Id="rId11" Type="http://schemas.openxmlformats.org/officeDocument/2006/relationships/image" Target="../media/image10.png"/><Relationship Id="rId5" Type="http://schemas.openxmlformats.org/officeDocument/2006/relationships/image" Target="../media/image4.png"/><Relationship Id="rId10" Type="http://schemas.microsoft.com/office/2007/relationships/hdphoto" Target="../media/hdphoto5.wdp"/><Relationship Id="rId4" Type="http://schemas.openxmlformats.org/officeDocument/2006/relationships/image" Target="../media/image8.png"/><Relationship Id="rId9"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hyperlink" Target="https://www.fontspace.com/downcity-font-f15115" TargetMode="External"/><Relationship Id="rId2" Type="http://schemas.openxmlformats.org/officeDocument/2006/relationships/hyperlink" Target="https://fonts.google.com/specimen/Orbitron"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0.png"/><Relationship Id="rId7" Type="http://schemas.openxmlformats.org/officeDocument/2006/relationships/image" Target="../media/image15.sv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svg"/><Relationship Id="rId10" Type="http://schemas.openxmlformats.org/officeDocument/2006/relationships/image" Target="../media/image18.png"/><Relationship Id="rId4" Type="http://schemas.openxmlformats.org/officeDocument/2006/relationships/image" Target="../media/image11.png"/><Relationship Id="rId9" Type="http://schemas.openxmlformats.org/officeDocument/2006/relationships/image" Target="../media/image17.sv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3" Type="http://schemas.openxmlformats.org/officeDocument/2006/relationships/image" Target="../media/image35.svg"/><Relationship Id="rId18" Type="http://schemas.openxmlformats.org/officeDocument/2006/relationships/image" Target="../media/image40.svg"/><Relationship Id="rId26" Type="http://schemas.openxmlformats.org/officeDocument/2006/relationships/image" Target="../media/image48.svg"/><Relationship Id="rId39" Type="http://schemas.openxmlformats.org/officeDocument/2006/relationships/image" Target="../media/image61.svg"/><Relationship Id="rId21" Type="http://schemas.openxmlformats.org/officeDocument/2006/relationships/image" Target="../media/image43.svg"/><Relationship Id="rId34" Type="http://schemas.openxmlformats.org/officeDocument/2006/relationships/image" Target="../media/image56.svg"/><Relationship Id="rId7" Type="http://schemas.openxmlformats.org/officeDocument/2006/relationships/image" Target="../media/image29.svg"/><Relationship Id="rId12" Type="http://schemas.openxmlformats.org/officeDocument/2006/relationships/image" Target="../media/image34.svg"/><Relationship Id="rId17" Type="http://schemas.openxmlformats.org/officeDocument/2006/relationships/image" Target="../media/image39.svg"/><Relationship Id="rId25" Type="http://schemas.openxmlformats.org/officeDocument/2006/relationships/image" Target="../media/image47.svg"/><Relationship Id="rId33" Type="http://schemas.openxmlformats.org/officeDocument/2006/relationships/image" Target="../media/image55.svg"/><Relationship Id="rId38" Type="http://schemas.openxmlformats.org/officeDocument/2006/relationships/image" Target="../media/image60.svg"/><Relationship Id="rId2" Type="http://schemas.openxmlformats.org/officeDocument/2006/relationships/image" Target="../media/image24.svg"/><Relationship Id="rId16" Type="http://schemas.openxmlformats.org/officeDocument/2006/relationships/image" Target="../media/image38.svg"/><Relationship Id="rId20" Type="http://schemas.openxmlformats.org/officeDocument/2006/relationships/image" Target="../media/image42.svg"/><Relationship Id="rId29" Type="http://schemas.openxmlformats.org/officeDocument/2006/relationships/image" Target="../media/image51.svg"/><Relationship Id="rId1" Type="http://schemas.openxmlformats.org/officeDocument/2006/relationships/slideLayout" Target="../slideLayouts/slideLayout2.xml"/><Relationship Id="rId6" Type="http://schemas.openxmlformats.org/officeDocument/2006/relationships/image" Target="../media/image28.svg"/><Relationship Id="rId11" Type="http://schemas.openxmlformats.org/officeDocument/2006/relationships/image" Target="../media/image33.svg"/><Relationship Id="rId24" Type="http://schemas.openxmlformats.org/officeDocument/2006/relationships/image" Target="../media/image46.svg"/><Relationship Id="rId32" Type="http://schemas.openxmlformats.org/officeDocument/2006/relationships/image" Target="../media/image54.svg"/><Relationship Id="rId37" Type="http://schemas.openxmlformats.org/officeDocument/2006/relationships/image" Target="../media/image59.png"/><Relationship Id="rId5" Type="http://schemas.openxmlformats.org/officeDocument/2006/relationships/image" Target="../media/image27.svg"/><Relationship Id="rId15" Type="http://schemas.openxmlformats.org/officeDocument/2006/relationships/image" Target="../media/image37.svg"/><Relationship Id="rId23" Type="http://schemas.openxmlformats.org/officeDocument/2006/relationships/image" Target="../media/image45.svg"/><Relationship Id="rId28" Type="http://schemas.openxmlformats.org/officeDocument/2006/relationships/image" Target="../media/image50.svg"/><Relationship Id="rId36" Type="http://schemas.openxmlformats.org/officeDocument/2006/relationships/image" Target="../media/image58.svg"/><Relationship Id="rId10" Type="http://schemas.openxmlformats.org/officeDocument/2006/relationships/image" Target="../media/image32.svg"/><Relationship Id="rId19" Type="http://schemas.openxmlformats.org/officeDocument/2006/relationships/image" Target="../media/image41.svg"/><Relationship Id="rId31" Type="http://schemas.openxmlformats.org/officeDocument/2006/relationships/image" Target="../media/image53.svg"/><Relationship Id="rId4" Type="http://schemas.openxmlformats.org/officeDocument/2006/relationships/image" Target="../media/image26.svg"/><Relationship Id="rId9" Type="http://schemas.openxmlformats.org/officeDocument/2006/relationships/image" Target="../media/image31.svg"/><Relationship Id="rId14" Type="http://schemas.openxmlformats.org/officeDocument/2006/relationships/image" Target="../media/image36.svg"/><Relationship Id="rId22" Type="http://schemas.openxmlformats.org/officeDocument/2006/relationships/image" Target="../media/image44.svg"/><Relationship Id="rId27" Type="http://schemas.openxmlformats.org/officeDocument/2006/relationships/image" Target="../media/image49.svg"/><Relationship Id="rId30" Type="http://schemas.openxmlformats.org/officeDocument/2006/relationships/image" Target="../media/image52.svg"/><Relationship Id="rId35" Type="http://schemas.openxmlformats.org/officeDocument/2006/relationships/image" Target="../media/image57.svg"/><Relationship Id="rId8" Type="http://schemas.openxmlformats.org/officeDocument/2006/relationships/image" Target="../media/image30.svg"/><Relationship Id="rId3" Type="http://schemas.openxmlformats.org/officeDocument/2006/relationships/image" Target="../media/image25.svg"/></Relationships>
</file>

<file path=ppt/slides/_rels/slide17.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42.svg"/><Relationship Id="rId7" Type="http://schemas.openxmlformats.org/officeDocument/2006/relationships/image" Target="../media/image49.svg"/><Relationship Id="rId2" Type="http://schemas.openxmlformats.org/officeDocument/2006/relationships/image" Target="../media/image62.svg"/><Relationship Id="rId1" Type="http://schemas.openxmlformats.org/officeDocument/2006/relationships/slideLayout" Target="../slideLayouts/slideLayout2.xml"/><Relationship Id="rId6" Type="http://schemas.openxmlformats.org/officeDocument/2006/relationships/image" Target="../media/image46.svg"/><Relationship Id="rId11" Type="http://schemas.openxmlformats.org/officeDocument/2006/relationships/image" Target="../media/image64.svg"/><Relationship Id="rId5" Type="http://schemas.openxmlformats.org/officeDocument/2006/relationships/image" Target="../media/image45.svg"/><Relationship Id="rId10" Type="http://schemas.openxmlformats.org/officeDocument/2006/relationships/image" Target="../media/image63.svg"/><Relationship Id="rId4" Type="http://schemas.openxmlformats.org/officeDocument/2006/relationships/image" Target="../media/image34.svg"/><Relationship Id="rId9" Type="http://schemas.openxmlformats.org/officeDocument/2006/relationships/image" Target="../media/image54.sv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25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03A6F-84BB-0FC3-4F5F-184927E60D66}"/>
              </a:ext>
            </a:extLst>
          </p:cNvPr>
          <p:cNvSpPr>
            <a:spLocks noGrp="1"/>
          </p:cNvSpPr>
          <p:nvPr>
            <p:ph type="ctrTitle"/>
          </p:nvPr>
        </p:nvSpPr>
        <p:spPr>
          <a:xfrm>
            <a:off x="1524000" y="1122362"/>
            <a:ext cx="9144000" cy="1306513"/>
          </a:xfrm>
        </p:spPr>
        <p:txBody>
          <a:bodyPr>
            <a:normAutofit fontScale="90000"/>
          </a:bodyPr>
          <a:lstStyle/>
          <a:p>
            <a:r>
              <a:rPr lang="en-US" dirty="0">
                <a:solidFill>
                  <a:srgbClr val="FFFFFF"/>
                </a:solidFill>
                <a:latin typeface="Orbitron ExtraBold" pitchFamily="2" charset="0"/>
                <a:ea typeface="STCaiyun" panose="020B0503020204020204" pitchFamily="2" charset="-122"/>
              </a:rPr>
              <a:t>Space Station Aurora</a:t>
            </a:r>
            <a:endParaRPr lang="en-CA" dirty="0">
              <a:solidFill>
                <a:srgbClr val="FFFFFF"/>
              </a:solidFill>
              <a:latin typeface="Orbitron ExtraBold" pitchFamily="2" charset="0"/>
              <a:ea typeface="STCaiyun" panose="020B0503020204020204" pitchFamily="2" charset="-122"/>
            </a:endParaRPr>
          </a:p>
        </p:txBody>
      </p:sp>
      <p:sp>
        <p:nvSpPr>
          <p:cNvPr id="3" name="Subtitle 2">
            <a:extLst>
              <a:ext uri="{FF2B5EF4-FFF2-40B4-BE49-F238E27FC236}">
                <a16:creationId xmlns:a16="http://schemas.microsoft.com/office/drawing/2014/main" id="{D2624E2E-0FF7-2D31-21A1-6ECA691BCB33}"/>
              </a:ext>
            </a:extLst>
          </p:cNvPr>
          <p:cNvSpPr>
            <a:spLocks noGrp="1"/>
          </p:cNvSpPr>
          <p:nvPr>
            <p:ph type="subTitle" idx="1"/>
          </p:nvPr>
        </p:nvSpPr>
        <p:spPr>
          <a:xfrm>
            <a:off x="1524000" y="3429000"/>
            <a:ext cx="9144000" cy="2657475"/>
          </a:xfrm>
        </p:spPr>
        <p:txBody>
          <a:bodyPr>
            <a:normAutofit/>
          </a:bodyPr>
          <a:lstStyle/>
          <a:p>
            <a:r>
              <a:rPr lang="en-US">
                <a:solidFill>
                  <a:srgbClr val="FFFFFF"/>
                </a:solidFill>
                <a:latin typeface="Orbitron" pitchFamily="2" charset="0"/>
              </a:rPr>
              <a:t>You're aboard the International Space Station Aurora when a micrometeorite strike damages critical systems. The chief engineer's emergency toolkit backpack contains repair protocols, backup codes, and tools needed to prevent catastrophic failure. Restore all systems and initiate emergency evacuation.</a:t>
            </a:r>
            <a:endParaRPr lang="en-CA" dirty="0">
              <a:solidFill>
                <a:srgbClr val="FFFFFF"/>
              </a:solidFill>
              <a:latin typeface="Orbitron" pitchFamily="2" charset="0"/>
            </a:endParaRPr>
          </a:p>
        </p:txBody>
      </p:sp>
    </p:spTree>
    <p:extLst>
      <p:ext uri="{BB962C8B-B14F-4D97-AF65-F5344CB8AC3E}">
        <p14:creationId xmlns:p14="http://schemas.microsoft.com/office/powerpoint/2010/main" val="35449585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904A0-2B94-541E-511A-4D30832F5C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565B82-F4BD-895F-3AFD-874D9C2F238E}"/>
              </a:ext>
            </a:extLst>
          </p:cNvPr>
          <p:cNvSpPr>
            <a:spLocks noGrp="1"/>
          </p:cNvSpPr>
          <p:nvPr>
            <p:ph type="title"/>
          </p:nvPr>
        </p:nvSpPr>
        <p:spPr/>
        <p:txBody>
          <a:bodyPr/>
          <a:lstStyle/>
          <a:p>
            <a:r>
              <a:rPr lang="en-US" dirty="0">
                <a:latin typeface="Orbitron ExtraBold" pitchFamily="2" charset="0"/>
              </a:rPr>
              <a:t>Story Details</a:t>
            </a:r>
            <a:endParaRPr lang="en-CA" dirty="0">
              <a:latin typeface="Orbitron ExtraBold" pitchFamily="2" charset="0"/>
            </a:endParaRPr>
          </a:p>
        </p:txBody>
      </p:sp>
      <p:sp>
        <p:nvSpPr>
          <p:cNvPr id="3" name="Content Placeholder 2">
            <a:extLst>
              <a:ext uri="{FF2B5EF4-FFF2-40B4-BE49-F238E27FC236}">
                <a16:creationId xmlns:a16="http://schemas.microsoft.com/office/drawing/2014/main" id="{3FC27E82-D196-882E-3E30-EBFE1A68E616}"/>
              </a:ext>
            </a:extLst>
          </p:cNvPr>
          <p:cNvSpPr>
            <a:spLocks noGrp="1"/>
          </p:cNvSpPr>
          <p:nvPr>
            <p:ph idx="1"/>
          </p:nvPr>
        </p:nvSpPr>
        <p:spPr>
          <a:xfrm>
            <a:off x="838200" y="1825625"/>
            <a:ext cx="10515600" cy="4351338"/>
          </a:xfrm>
        </p:spPr>
        <p:txBody>
          <a:bodyPr>
            <a:normAutofit lnSpcReduction="10000"/>
          </a:bodyPr>
          <a:lstStyle/>
          <a:p>
            <a:pPr marL="0" indent="0">
              <a:buNone/>
            </a:pPr>
            <a:r>
              <a:rPr lang="en-US" sz="1600" dirty="0">
                <a:latin typeface="Orbitron" pitchFamily="2" charset="0"/>
                <a:cs typeface="Dreaming Outloud Pro" panose="03050502040302030504" pitchFamily="66" charset="0"/>
              </a:rPr>
              <a:t>You are the biologist on the Aurora Space Station. While you were on duty during the night shift, a meteorite shower struck vital parts of the space station. </a:t>
            </a:r>
          </a:p>
          <a:p>
            <a:pPr marL="0" indent="0">
              <a:buNone/>
            </a:pPr>
            <a:r>
              <a:rPr lang="en-US" sz="1600" dirty="0">
                <a:latin typeface="Orbitron" pitchFamily="2" charset="0"/>
                <a:cs typeface="Dreaming Outloud Pro" panose="03050502040302030504" pitchFamily="66" charset="0"/>
              </a:rPr>
              <a:t>The station computer is also impacted: most of the information it displays is scrambled and doesn’t seem to make sense. </a:t>
            </a:r>
          </a:p>
          <a:p>
            <a:pPr marL="0" indent="0">
              <a:buNone/>
            </a:pPr>
            <a:r>
              <a:rPr lang="en-US" sz="1600" dirty="0">
                <a:latin typeface="Orbitron" pitchFamily="2" charset="0"/>
                <a:cs typeface="Dreaming Outloud Pro" panose="03050502040302030504" pitchFamily="66" charset="0"/>
              </a:rPr>
              <a:t>You are now isolated from the other crew and more importantly from the engineer that is stuck in the crew quarters. </a:t>
            </a:r>
          </a:p>
          <a:p>
            <a:pPr marL="0" indent="0">
              <a:buNone/>
            </a:pPr>
            <a:r>
              <a:rPr lang="en-US" sz="1600" dirty="0">
                <a:latin typeface="Orbitron" pitchFamily="2" charset="0"/>
                <a:cs typeface="Dreaming Outloud Pro" panose="03050502040302030504" pitchFamily="66" charset="0"/>
              </a:rPr>
              <a:t>It rests on you to repair the damages to the space station and help the crew evacuate safely. </a:t>
            </a:r>
          </a:p>
          <a:p>
            <a:pPr marL="0" indent="0">
              <a:buNone/>
            </a:pPr>
            <a:r>
              <a:rPr lang="en-US" sz="1600" dirty="0">
                <a:latin typeface="Orbitron" pitchFamily="2" charset="0"/>
                <a:cs typeface="Dreaming Outloud Pro" panose="03050502040302030504" pitchFamily="66" charset="0"/>
              </a:rPr>
              <a:t>You find the engineer tool bag, but it seem he decided to add extra security features. To access the tools needed for the repairs, you first need to find the codes for the different locks. </a:t>
            </a:r>
          </a:p>
          <a:p>
            <a:pPr marL="0" indent="0">
              <a:buNone/>
            </a:pPr>
            <a:r>
              <a:rPr lang="en-US" sz="1600" dirty="0">
                <a:latin typeface="Orbitron" pitchFamily="2" charset="0"/>
                <a:cs typeface="Dreaming Outloud Pro" panose="03050502040302030504" pitchFamily="66" charset="0"/>
              </a:rPr>
              <a:t>Crew:</a:t>
            </a:r>
          </a:p>
          <a:p>
            <a:r>
              <a:rPr lang="en-US" sz="1600" dirty="0">
                <a:latin typeface="Orbitron" pitchFamily="2" charset="0"/>
                <a:cs typeface="Dreaming Outloud Pro" panose="03050502040302030504" pitchFamily="66" charset="0"/>
              </a:rPr>
              <a:t>Dr Helena Chen – Captain/Pilot</a:t>
            </a:r>
          </a:p>
          <a:p>
            <a:r>
              <a:rPr lang="en-US" sz="1600" dirty="0">
                <a:latin typeface="Orbitron" pitchFamily="2" charset="0"/>
                <a:cs typeface="Dreaming Outloud Pro" panose="03050502040302030504" pitchFamily="66" charset="0"/>
              </a:rPr>
              <a:t>Alistair Johnson – Engineer/Communication Officer</a:t>
            </a:r>
          </a:p>
          <a:p>
            <a:r>
              <a:rPr lang="en-US" sz="1600" b="1" dirty="0">
                <a:latin typeface="Orbitron" pitchFamily="2" charset="0"/>
                <a:cs typeface="Dreaming Outloud Pro" panose="03050502040302030504" pitchFamily="66" charset="0"/>
              </a:rPr>
              <a:t>Sarah Lancaster – Biologist/Physician</a:t>
            </a:r>
          </a:p>
        </p:txBody>
      </p:sp>
    </p:spTree>
    <p:extLst>
      <p:ext uri="{BB962C8B-B14F-4D97-AF65-F5344CB8AC3E}">
        <p14:creationId xmlns:p14="http://schemas.microsoft.com/office/powerpoint/2010/main" val="1175273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02EBF-CD2B-5127-A08B-B243C4A9DA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17E4BC-0C12-6650-5D1C-F24EFD2BB27B}"/>
              </a:ext>
            </a:extLst>
          </p:cNvPr>
          <p:cNvSpPr>
            <a:spLocks noGrp="1"/>
          </p:cNvSpPr>
          <p:nvPr>
            <p:ph type="title"/>
          </p:nvPr>
        </p:nvSpPr>
        <p:spPr/>
        <p:txBody>
          <a:bodyPr/>
          <a:lstStyle/>
          <a:p>
            <a:r>
              <a:rPr lang="en-US" dirty="0">
                <a:latin typeface="Orbitron ExtraBold" pitchFamily="2" charset="0"/>
              </a:rPr>
              <a:t>Puzzle/clues/story Ideas</a:t>
            </a:r>
            <a:endParaRPr lang="en-CA" dirty="0">
              <a:latin typeface="Orbitron ExtraBold" pitchFamily="2" charset="0"/>
            </a:endParaRPr>
          </a:p>
        </p:txBody>
      </p:sp>
      <p:sp>
        <p:nvSpPr>
          <p:cNvPr id="3" name="Content Placeholder 2">
            <a:extLst>
              <a:ext uri="{FF2B5EF4-FFF2-40B4-BE49-F238E27FC236}">
                <a16:creationId xmlns:a16="http://schemas.microsoft.com/office/drawing/2014/main" id="{304885E3-CE4A-054E-5D1D-31A71522DE0B}"/>
              </a:ext>
            </a:extLst>
          </p:cNvPr>
          <p:cNvSpPr>
            <a:spLocks noGrp="1"/>
          </p:cNvSpPr>
          <p:nvPr>
            <p:ph idx="1"/>
          </p:nvPr>
        </p:nvSpPr>
        <p:spPr>
          <a:xfrm>
            <a:off x="838200" y="1825625"/>
            <a:ext cx="10515600" cy="4351338"/>
          </a:xfrm>
        </p:spPr>
        <p:txBody>
          <a:bodyPr>
            <a:normAutofit/>
          </a:bodyPr>
          <a:lstStyle/>
          <a:p>
            <a:r>
              <a:rPr lang="en-US" sz="1600" dirty="0">
                <a:latin typeface="Orbitron" pitchFamily="2" charset="0"/>
                <a:cs typeface="Dreaming Outloud Pro" panose="03050502040302030504" pitchFamily="66" charset="0"/>
              </a:rPr>
              <a:t>Briefing note explaining you just arrived, engineer was replaced, blueprint of the station</a:t>
            </a:r>
          </a:p>
          <a:p>
            <a:r>
              <a:rPr lang="en-US" sz="1600" dirty="0">
                <a:latin typeface="Orbitron" pitchFamily="2" charset="0"/>
                <a:cs typeface="Dreaming Outloud Pro" panose="03050502040302030504" pitchFamily="66" charset="0"/>
              </a:rPr>
              <a:t>Engineer is working with rich corporations to sabotage the space station so that it is dismantled and a new one is constructed by them. (that’s why he locked his bag). Discover he is actually not Canadian and was not expecting to be the backup. He had to poison the 1</a:t>
            </a:r>
            <a:r>
              <a:rPr lang="en-US" sz="1600" baseline="30000" dirty="0">
                <a:latin typeface="Orbitron" pitchFamily="2" charset="0"/>
                <a:cs typeface="Dreaming Outloud Pro" panose="03050502040302030504" pitchFamily="66" charset="0"/>
              </a:rPr>
              <a:t>st</a:t>
            </a:r>
            <a:r>
              <a:rPr lang="en-US" sz="1600" dirty="0">
                <a:latin typeface="Orbitron" pitchFamily="2" charset="0"/>
                <a:cs typeface="Dreaming Outloud Pro" panose="03050502040302030504" pitchFamily="66" charset="0"/>
              </a:rPr>
              <a:t> choice. He was helped by a higher government employee to hide his tracks. Real name is linked to a corporation name. </a:t>
            </a:r>
          </a:p>
          <a:p>
            <a:pPr lvl="1"/>
            <a:r>
              <a:rPr lang="en-US" sz="1200" dirty="0">
                <a:latin typeface="Orbitron" pitchFamily="2" charset="0"/>
                <a:cs typeface="Dreaming Outloud Pro" panose="03050502040302030504" pitchFamily="66" charset="0"/>
              </a:rPr>
              <a:t>One puzzle is to find the corporations involved</a:t>
            </a:r>
          </a:p>
          <a:p>
            <a:r>
              <a:rPr lang="en-US" sz="1600" dirty="0">
                <a:latin typeface="Orbitron" pitchFamily="2" charset="0"/>
                <a:cs typeface="Dreaming Outloud Pro" panose="03050502040302030504" pitchFamily="66" charset="0"/>
              </a:rPr>
              <a:t>One puzzle is to restore internal communication: build a QR code that links to a website page. </a:t>
            </a:r>
          </a:p>
          <a:p>
            <a:pPr lvl="1"/>
            <a:r>
              <a:rPr lang="en-US" sz="1200" dirty="0">
                <a:latin typeface="Orbitron" pitchFamily="2" charset="0"/>
                <a:cs typeface="Dreaming Outloud Pro" panose="03050502040302030504" pitchFamily="66" charset="0"/>
              </a:rPr>
              <a:t>You have now limited communication with the crew. </a:t>
            </a:r>
          </a:p>
          <a:p>
            <a:pPr lvl="1"/>
            <a:endParaRPr lang="en-US" sz="1200" dirty="0">
              <a:latin typeface="Orbitron" pitchFamily="2" charset="0"/>
              <a:cs typeface="Dreaming Outloud Pro" panose="03050502040302030504" pitchFamily="66" charset="0"/>
            </a:endParaRPr>
          </a:p>
          <a:p>
            <a:r>
              <a:rPr lang="en-US" sz="1600" dirty="0">
                <a:latin typeface="Orbitron" pitchFamily="2" charset="0"/>
                <a:cs typeface="Dreaming Outloud Pro" panose="03050502040302030504" pitchFamily="66" charset="0"/>
              </a:rPr>
              <a:t>Final clue opens the compartment for the specialized tool to repair the station.</a:t>
            </a:r>
          </a:p>
          <a:p>
            <a:pPr lvl="1"/>
            <a:r>
              <a:rPr lang="en-US" sz="1200" dirty="0">
                <a:latin typeface="Orbitron" pitchFamily="2" charset="0"/>
                <a:cs typeface="Dreaming Outloud Pro" panose="03050502040302030504" pitchFamily="66" charset="0"/>
              </a:rPr>
              <a:t>This special tool, opens the panel that contains the evidence needed to incriminate the corporations (that’s why it was to well protected)</a:t>
            </a:r>
          </a:p>
          <a:p>
            <a:r>
              <a:rPr lang="en-US" sz="1600" dirty="0">
                <a:latin typeface="Orbitron" pitchFamily="2" charset="0"/>
                <a:cs typeface="Dreaming Outloud Pro" panose="03050502040302030504" pitchFamily="66" charset="0"/>
              </a:rPr>
              <a:t>You have to juggle between repairing the station/opening the bag/finding clues</a:t>
            </a:r>
          </a:p>
        </p:txBody>
      </p:sp>
    </p:spTree>
    <p:extLst>
      <p:ext uri="{BB962C8B-B14F-4D97-AF65-F5344CB8AC3E}">
        <p14:creationId xmlns:p14="http://schemas.microsoft.com/office/powerpoint/2010/main" val="33868715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581A0-9F20-3544-53AA-7B8D69FF7F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747A89-CE4C-323C-4B8A-B1A889271A38}"/>
              </a:ext>
            </a:extLst>
          </p:cNvPr>
          <p:cNvSpPr>
            <a:spLocks noGrp="1"/>
          </p:cNvSpPr>
          <p:nvPr>
            <p:ph type="title"/>
          </p:nvPr>
        </p:nvSpPr>
        <p:spPr/>
        <p:txBody>
          <a:bodyPr/>
          <a:lstStyle/>
          <a:p>
            <a:r>
              <a:rPr lang="en-US" dirty="0">
                <a:latin typeface="Orbitron ExtraBold" pitchFamily="2" charset="0"/>
              </a:rPr>
              <a:t>Puzzle/clues/story Ideas</a:t>
            </a:r>
            <a:endParaRPr lang="en-CA" dirty="0">
              <a:latin typeface="Orbitron ExtraBold" pitchFamily="2" charset="0"/>
            </a:endParaRPr>
          </a:p>
        </p:txBody>
      </p:sp>
      <p:sp>
        <p:nvSpPr>
          <p:cNvPr id="3" name="Content Placeholder 2">
            <a:extLst>
              <a:ext uri="{FF2B5EF4-FFF2-40B4-BE49-F238E27FC236}">
                <a16:creationId xmlns:a16="http://schemas.microsoft.com/office/drawing/2014/main" id="{8E9601CB-15C7-8653-9C36-95BF03BB232E}"/>
              </a:ext>
            </a:extLst>
          </p:cNvPr>
          <p:cNvSpPr>
            <a:spLocks noGrp="1"/>
          </p:cNvSpPr>
          <p:nvPr>
            <p:ph idx="1"/>
          </p:nvPr>
        </p:nvSpPr>
        <p:spPr>
          <a:xfrm>
            <a:off x="838200" y="1825625"/>
            <a:ext cx="10515600" cy="4351338"/>
          </a:xfrm>
        </p:spPr>
        <p:txBody>
          <a:bodyPr>
            <a:normAutofit/>
          </a:bodyPr>
          <a:lstStyle/>
          <a:p>
            <a:r>
              <a:rPr lang="en-US" sz="1400" dirty="0">
                <a:latin typeface="Orbitron" pitchFamily="2" charset="0"/>
                <a:cs typeface="Dreaming Outloud Pro" panose="03050502040302030504" pitchFamily="66" charset="0"/>
              </a:rPr>
              <a:t>Station AI name: H.A.R.O.L.D. (Highly Advanced Robotic Orbital Logistic Director)</a:t>
            </a:r>
          </a:p>
          <a:p>
            <a:r>
              <a:rPr lang="en-US" sz="1600" dirty="0">
                <a:latin typeface="Orbitron" pitchFamily="2" charset="0"/>
                <a:cs typeface="Dreaming Outloud Pro" panose="03050502040302030504" pitchFamily="66" charset="0"/>
              </a:rPr>
              <a:t>Computer is scrambled but still gives you clues:</a:t>
            </a:r>
          </a:p>
          <a:p>
            <a:pPr lvl="1"/>
            <a:r>
              <a:rPr lang="en-US" sz="1200" dirty="0">
                <a:latin typeface="Orbitron" pitchFamily="2" charset="0"/>
                <a:cs typeface="Dreaming Outloud Pro" panose="03050502040302030504" pitchFamily="66" charset="0"/>
              </a:rPr>
              <a:t>Map of the station as a grid, cross out the affected sections, either gives a number or the path direction (up, down, left, right…)</a:t>
            </a:r>
          </a:p>
          <a:p>
            <a:pPr lvl="1"/>
            <a:r>
              <a:rPr lang="en-US" sz="1200" dirty="0">
                <a:latin typeface="Orbitron" pitchFamily="2" charset="0"/>
                <a:cs typeface="Dreaming Outloud Pro" panose="03050502040302030504" pitchFamily="66" charset="0"/>
              </a:rPr>
              <a:t>Start off mentioning the meteorite strike and what need to be done but gets more and more scrambled as we go. </a:t>
            </a:r>
          </a:p>
          <a:p>
            <a:pPr lvl="2"/>
            <a:r>
              <a:rPr lang="en-US" sz="800" dirty="0">
                <a:latin typeface="Orbitron" pitchFamily="2" charset="0"/>
                <a:cs typeface="Dreaming Outloud Pro" panose="03050502040302030504" pitchFamily="66" charset="0"/>
              </a:rPr>
              <a:t>Could use futuristic symbols that translate into text (maybe binary or HEX code)</a:t>
            </a:r>
            <a:endParaRPr lang="en-CA" sz="800" dirty="0">
              <a:latin typeface="Orbitron" pitchFamily="2" charset="0"/>
            </a:endParaRPr>
          </a:p>
          <a:p>
            <a:r>
              <a:rPr lang="en-US" sz="1400" dirty="0">
                <a:latin typeface="Orbitron" pitchFamily="2" charset="0"/>
                <a:cs typeface="Dreaming Outloud Pro" panose="03050502040302030504" pitchFamily="66" charset="0"/>
              </a:rPr>
              <a:t> Restore communication with the space center: emergency codes to enter – one for the meteorite strike – one for the sabotage</a:t>
            </a:r>
          </a:p>
          <a:p>
            <a:pPr lvl="1"/>
            <a:r>
              <a:rPr lang="en-US" sz="1000" dirty="0">
                <a:latin typeface="Orbitron" pitchFamily="2" charset="0"/>
                <a:cs typeface="Dreaming Outloud Pro" panose="03050502040302030504" pitchFamily="66" charset="0"/>
              </a:rPr>
              <a:t>For the sabotage, space center request to find proof </a:t>
            </a:r>
            <a:r>
              <a:rPr lang="en-US" sz="1000">
                <a:latin typeface="Orbitron" pitchFamily="2" charset="0"/>
                <a:cs typeface="Dreaming Outloud Pro" panose="03050502040302030504" pitchFamily="66" charset="0"/>
              </a:rPr>
              <a:t>of sabotage</a:t>
            </a:r>
            <a:endParaRPr lang="en-US" sz="1000" dirty="0">
              <a:latin typeface="Orbitron" pitchFamily="2" charset="0"/>
              <a:cs typeface="Dreaming Outloud Pro" panose="03050502040302030504" pitchFamily="66" charset="0"/>
            </a:endParaRPr>
          </a:p>
        </p:txBody>
      </p:sp>
    </p:spTree>
    <p:extLst>
      <p:ext uri="{BB962C8B-B14F-4D97-AF65-F5344CB8AC3E}">
        <p14:creationId xmlns:p14="http://schemas.microsoft.com/office/powerpoint/2010/main" val="3397725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CE5FD-D8BA-83AA-5DCA-663CDA56BC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175407-7877-58DC-B5B8-4D0D60F39ED4}"/>
              </a:ext>
            </a:extLst>
          </p:cNvPr>
          <p:cNvSpPr>
            <a:spLocks noGrp="1"/>
          </p:cNvSpPr>
          <p:nvPr>
            <p:ph type="title"/>
          </p:nvPr>
        </p:nvSpPr>
        <p:spPr/>
        <p:txBody>
          <a:bodyPr/>
          <a:lstStyle/>
          <a:p>
            <a:r>
              <a:rPr lang="en-US" dirty="0">
                <a:latin typeface="Orbitron ExtraBold" pitchFamily="2" charset="0"/>
              </a:rPr>
              <a:t>Puzzle/clues/story Ideas</a:t>
            </a:r>
            <a:endParaRPr lang="en-CA" dirty="0">
              <a:latin typeface="Orbitron ExtraBold" pitchFamily="2" charset="0"/>
            </a:endParaRPr>
          </a:p>
        </p:txBody>
      </p:sp>
      <p:sp>
        <p:nvSpPr>
          <p:cNvPr id="3" name="Content Placeholder 2">
            <a:extLst>
              <a:ext uri="{FF2B5EF4-FFF2-40B4-BE49-F238E27FC236}">
                <a16:creationId xmlns:a16="http://schemas.microsoft.com/office/drawing/2014/main" id="{7E71CED5-B2DF-0F54-EF6D-0368F696A961}"/>
              </a:ext>
            </a:extLst>
          </p:cNvPr>
          <p:cNvSpPr>
            <a:spLocks noGrp="1"/>
          </p:cNvSpPr>
          <p:nvPr>
            <p:ph idx="1"/>
          </p:nvPr>
        </p:nvSpPr>
        <p:spPr>
          <a:xfrm>
            <a:off x="838200" y="1825625"/>
            <a:ext cx="10515600" cy="4351338"/>
          </a:xfrm>
        </p:spPr>
        <p:txBody>
          <a:bodyPr>
            <a:normAutofit/>
          </a:bodyPr>
          <a:lstStyle/>
          <a:p>
            <a:r>
              <a:rPr lang="en-US" sz="1400" dirty="0">
                <a:latin typeface="Orbitron" pitchFamily="2" charset="0"/>
                <a:cs typeface="Dreaming Outloud Pro" panose="03050502040302030504" pitchFamily="66" charset="0"/>
              </a:rPr>
              <a:t>Bank statements for the Engineer: B.A.D (Bank of American Deposit)</a:t>
            </a:r>
          </a:p>
          <a:p>
            <a:pPr lvl="1"/>
            <a:r>
              <a:rPr lang="en-US" sz="1200" dirty="0">
                <a:latin typeface="Orbitron" pitchFamily="2" charset="0"/>
                <a:cs typeface="Dreaming Outloud Pro" panose="03050502040302030504" pitchFamily="66" charset="0"/>
              </a:rPr>
              <a:t>Payments to gambling sites: B.O.O. Betting Only Online S.A.P. Stakes And Punts</a:t>
            </a:r>
          </a:p>
          <a:p>
            <a:pPr lvl="1"/>
            <a:r>
              <a:rPr lang="en-US" sz="1200" dirty="0">
                <a:latin typeface="Orbitron" pitchFamily="2" charset="0"/>
                <a:cs typeface="Dreaming Outloud Pro" panose="03050502040302030504" pitchFamily="66" charset="0"/>
              </a:rPr>
              <a:t>Payment for nuts</a:t>
            </a:r>
          </a:p>
          <a:p>
            <a:pPr lvl="1"/>
            <a:r>
              <a:rPr lang="en-US" sz="1200" dirty="0">
                <a:latin typeface="Orbitron" pitchFamily="2" charset="0"/>
                <a:cs typeface="Dreaming Outloud Pro" panose="03050502040302030504" pitchFamily="66" charset="0"/>
              </a:rPr>
              <a:t>Deposit from corporation: E.V.I.L. Earth Vehicle Interstellar Landers </a:t>
            </a:r>
          </a:p>
          <a:p>
            <a:pPr lvl="1"/>
            <a:r>
              <a:rPr lang="en-US" sz="1200" dirty="0">
                <a:latin typeface="Orbitron" pitchFamily="2" charset="0"/>
                <a:cs typeface="Dreaming Outloud Pro" panose="03050502040302030504" pitchFamily="66" charset="0"/>
              </a:rPr>
              <a:t>Statement shows gambling + drinking through the month and a large payment from E.V.I.L.</a:t>
            </a:r>
          </a:p>
          <a:p>
            <a:r>
              <a:rPr lang="en-US" sz="1400" dirty="0">
                <a:latin typeface="Orbitron" pitchFamily="2" charset="0"/>
                <a:cs typeface="Dreaming Outloud Pro" panose="03050502040302030504" pitchFamily="66" charset="0"/>
              </a:rPr>
              <a:t>Receipt from grocery store for: peanuts and shellfish. Total price could be a solution. </a:t>
            </a:r>
          </a:p>
          <a:p>
            <a:r>
              <a:rPr lang="en-US" sz="1400" dirty="0">
                <a:latin typeface="Orbitron" pitchFamily="2" charset="0"/>
                <a:cs typeface="Dreaming Outloud Pro" panose="03050502040302030504" pitchFamily="66" charset="0"/>
              </a:rPr>
              <a:t>Station AI name: H.A.R.O.L.D. (Highly Advanced Robotic Orbital Logistic Director) </a:t>
            </a:r>
            <a:endParaRPr lang="en-CA" sz="1400" dirty="0">
              <a:latin typeface="Orbitron" pitchFamily="2" charset="0"/>
              <a:cs typeface="Dreaming Outloud Pro" panose="03050502040302030504" pitchFamily="66" charset="0"/>
            </a:endParaRPr>
          </a:p>
        </p:txBody>
      </p:sp>
      <p:sp>
        <p:nvSpPr>
          <p:cNvPr id="10" name="Rectangle 9">
            <a:extLst>
              <a:ext uri="{FF2B5EF4-FFF2-40B4-BE49-F238E27FC236}">
                <a16:creationId xmlns:a16="http://schemas.microsoft.com/office/drawing/2014/main" id="{3ED26989-C50D-0868-5608-08C98FD8BAC7}"/>
              </a:ext>
            </a:extLst>
          </p:cNvPr>
          <p:cNvSpPr/>
          <p:nvPr/>
        </p:nvSpPr>
        <p:spPr>
          <a:xfrm>
            <a:off x="7170821" y="3833051"/>
            <a:ext cx="2983832" cy="22477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9" name="Picture 8">
            <a:extLst>
              <a:ext uri="{FF2B5EF4-FFF2-40B4-BE49-F238E27FC236}">
                <a16:creationId xmlns:a16="http://schemas.microsoft.com/office/drawing/2014/main" id="{7960149C-C677-E92B-D177-AE6AF0767C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90781" y="3784949"/>
            <a:ext cx="2343912" cy="2343912"/>
          </a:xfrm>
          <a:prstGeom prst="rect">
            <a:avLst/>
          </a:prstGeom>
        </p:spPr>
      </p:pic>
    </p:spTree>
    <p:extLst>
      <p:ext uri="{BB962C8B-B14F-4D97-AF65-F5344CB8AC3E}">
        <p14:creationId xmlns:p14="http://schemas.microsoft.com/office/powerpoint/2010/main" val="568664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32F2B-99C1-FD69-761D-2BC3B77ED6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8F8CD5-DA10-C10C-F473-BF26AF048AC5}"/>
              </a:ext>
            </a:extLst>
          </p:cNvPr>
          <p:cNvSpPr>
            <a:spLocks noGrp="1"/>
          </p:cNvSpPr>
          <p:nvPr>
            <p:ph type="title"/>
          </p:nvPr>
        </p:nvSpPr>
        <p:spPr/>
        <p:txBody>
          <a:bodyPr/>
          <a:lstStyle/>
          <a:p>
            <a:r>
              <a:rPr lang="en-US" dirty="0">
                <a:latin typeface="Orbitron ExtraBold" pitchFamily="2" charset="0"/>
              </a:rPr>
              <a:t>Receipts</a:t>
            </a:r>
            <a:endParaRPr lang="en-CA" dirty="0">
              <a:latin typeface="Orbitron ExtraBold" pitchFamily="2" charset="0"/>
            </a:endParaRPr>
          </a:p>
        </p:txBody>
      </p:sp>
      <p:sp>
        <p:nvSpPr>
          <p:cNvPr id="3" name="Rectangle 2">
            <a:extLst>
              <a:ext uri="{FF2B5EF4-FFF2-40B4-BE49-F238E27FC236}">
                <a16:creationId xmlns:a16="http://schemas.microsoft.com/office/drawing/2014/main" id="{EC7680B1-C3A1-F13D-8920-7C0160F4D1F6}"/>
              </a:ext>
            </a:extLst>
          </p:cNvPr>
          <p:cNvSpPr/>
          <p:nvPr/>
        </p:nvSpPr>
        <p:spPr>
          <a:xfrm>
            <a:off x="1122225" y="1555725"/>
            <a:ext cx="2880000" cy="4680000"/>
          </a:xfrm>
          <a:prstGeom prst="rect">
            <a:avLst/>
          </a:prstGeom>
          <a:blipFill>
            <a:blip r:embed="rId3">
              <a:extLst>
                <a:ext uri="{BEBA8EAE-BF5A-486C-A8C5-ECC9F3942E4B}">
                  <a14:imgProps xmlns:a14="http://schemas.microsoft.com/office/drawing/2010/main">
                    <a14:imgLayer r:embed="rId4">
                      <a14:imgEffect>
                        <a14:colorTemperature colorTemp="7200"/>
                      </a14:imgEffect>
                    </a14:imgLayer>
                  </a14:imgProps>
                </a:ext>
                <a:ext uri="{837473B0-CC2E-450A-ABE3-18F120FF3D39}">
                  <a1611:picAttrSrcUrl xmlns:a1611="http://schemas.microsoft.com/office/drawing/2016/11/main" r:id="rId5"/>
                </a:ext>
              </a:extLst>
            </a:blip>
            <a:stretch>
              <a:fillRect/>
            </a:stretch>
          </a:blip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CA" sz="1100"/>
          </a:p>
        </p:txBody>
      </p:sp>
      <p:pic>
        <p:nvPicPr>
          <p:cNvPr id="4" name="Picture 3">
            <a:extLst>
              <a:ext uri="{FF2B5EF4-FFF2-40B4-BE49-F238E27FC236}">
                <a16:creationId xmlns:a16="http://schemas.microsoft.com/office/drawing/2014/main" id="{69D853E8-D203-8E0B-FF5A-0D174899C803}"/>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9302" b="91234" l="9961" r="89844">
                        <a14:foregroundMark x1="49121" y1="91413" x2="49121" y2="91413"/>
                        <a14:foregroundMark x1="48926" y1="9302" x2="48926" y2="9302"/>
                        <a14:foregroundMark x1="71191" y1="90519" x2="71191" y2="90519"/>
                        <a14:foregroundMark x1="28516" y1="90161" x2="28516" y2="90161"/>
                      </a14:backgroundRemoval>
                    </a14:imgEffect>
                  </a14:imgLayer>
                </a14:imgProps>
              </a:ext>
              <a:ext uri="{28A0092B-C50C-407E-A947-70E740481C1C}">
                <a14:useLocalDpi xmlns:a14="http://schemas.microsoft.com/office/drawing/2010/main" val="0"/>
              </a:ext>
            </a:extLst>
          </a:blip>
          <a:srcRect l="24738" t="5129" r="25336" b="6435"/>
          <a:stretch>
            <a:fillRect/>
          </a:stretch>
        </p:blipFill>
        <p:spPr>
          <a:xfrm>
            <a:off x="1971674" y="1612875"/>
            <a:ext cx="1181101" cy="1142121"/>
          </a:xfrm>
          <a:prstGeom prst="rect">
            <a:avLst/>
          </a:prstGeom>
        </p:spPr>
      </p:pic>
      <p:sp>
        <p:nvSpPr>
          <p:cNvPr id="15" name="TextBox 14">
            <a:extLst>
              <a:ext uri="{FF2B5EF4-FFF2-40B4-BE49-F238E27FC236}">
                <a16:creationId xmlns:a16="http://schemas.microsoft.com/office/drawing/2014/main" id="{C8D55B0C-5AB8-167A-11DE-D9066B2E51A9}"/>
              </a:ext>
            </a:extLst>
          </p:cNvPr>
          <p:cNvSpPr txBox="1"/>
          <p:nvPr/>
        </p:nvSpPr>
        <p:spPr>
          <a:xfrm>
            <a:off x="1661977" y="2807107"/>
            <a:ext cx="1800493" cy="246221"/>
          </a:xfrm>
          <a:prstGeom prst="rect">
            <a:avLst/>
          </a:prstGeom>
          <a:noFill/>
        </p:spPr>
        <p:txBody>
          <a:bodyPr wrap="none" rtlCol="0">
            <a:spAutoFit/>
          </a:bodyPr>
          <a:lstStyle/>
          <a:p>
            <a:pPr algn="ctr"/>
            <a:r>
              <a:rPr lang="en-CA" sz="1000" dirty="0">
                <a:latin typeface="Aptos Mono" panose="020F0502020204030204" pitchFamily="49" charset="0"/>
              </a:rPr>
              <a:t>Feb 24, 2032 - 9:47PM</a:t>
            </a:r>
          </a:p>
        </p:txBody>
      </p:sp>
      <p:sp>
        <p:nvSpPr>
          <p:cNvPr id="16" name="TextBox 15">
            <a:extLst>
              <a:ext uri="{FF2B5EF4-FFF2-40B4-BE49-F238E27FC236}">
                <a16:creationId xmlns:a16="http://schemas.microsoft.com/office/drawing/2014/main" id="{508DA3FB-C3D1-ED24-D313-BE9D7676FBD9}"/>
              </a:ext>
            </a:extLst>
          </p:cNvPr>
          <p:cNvSpPr txBox="1"/>
          <p:nvPr/>
        </p:nvSpPr>
        <p:spPr>
          <a:xfrm>
            <a:off x="4706176" y="5735895"/>
            <a:ext cx="6564041" cy="369332"/>
          </a:xfrm>
          <a:prstGeom prst="rect">
            <a:avLst/>
          </a:prstGeom>
          <a:noFill/>
        </p:spPr>
        <p:txBody>
          <a:bodyPr wrap="none" rtlCol="0">
            <a:spAutoFit/>
          </a:bodyPr>
          <a:lstStyle/>
          <a:p>
            <a:r>
              <a:rPr lang="en-CA" dirty="0"/>
              <a:t>Receipt size: 80mm wide (https://tritonstore.co.nz/receipt-rolls/)</a:t>
            </a:r>
          </a:p>
        </p:txBody>
      </p:sp>
      <p:sp>
        <p:nvSpPr>
          <p:cNvPr id="17" name="TextBox 16">
            <a:extLst>
              <a:ext uri="{FF2B5EF4-FFF2-40B4-BE49-F238E27FC236}">
                <a16:creationId xmlns:a16="http://schemas.microsoft.com/office/drawing/2014/main" id="{5E466846-161C-6D41-E910-559B77931F4A}"/>
              </a:ext>
            </a:extLst>
          </p:cNvPr>
          <p:cNvSpPr txBox="1"/>
          <p:nvPr/>
        </p:nvSpPr>
        <p:spPr>
          <a:xfrm>
            <a:off x="1190697" y="3035665"/>
            <a:ext cx="2743060" cy="215444"/>
          </a:xfrm>
          <a:prstGeom prst="rect">
            <a:avLst/>
          </a:prstGeom>
          <a:noFill/>
        </p:spPr>
        <p:txBody>
          <a:bodyPr wrap="none" rtlCol="0">
            <a:spAutoFit/>
          </a:bodyPr>
          <a:lstStyle/>
          <a:p>
            <a:pPr algn="ctr"/>
            <a:r>
              <a:rPr lang="en-CA" sz="800" b="1" dirty="0">
                <a:latin typeface="Aptos Mono" panose="020F0502020204030204" pitchFamily="49" charset="0"/>
              </a:rPr>
              <a:t>------------------------------------------</a:t>
            </a:r>
          </a:p>
        </p:txBody>
      </p:sp>
      <p:sp>
        <p:nvSpPr>
          <p:cNvPr id="19" name="TextBox 18">
            <a:extLst>
              <a:ext uri="{FF2B5EF4-FFF2-40B4-BE49-F238E27FC236}">
                <a16:creationId xmlns:a16="http://schemas.microsoft.com/office/drawing/2014/main" id="{D3C2C690-542C-9208-9473-6EFE9EA2946A}"/>
              </a:ext>
            </a:extLst>
          </p:cNvPr>
          <p:cNvSpPr txBox="1"/>
          <p:nvPr/>
        </p:nvSpPr>
        <p:spPr>
          <a:xfrm>
            <a:off x="1227000" y="3182779"/>
            <a:ext cx="1649550" cy="1015663"/>
          </a:xfrm>
          <a:prstGeom prst="rect">
            <a:avLst/>
          </a:prstGeom>
          <a:noFill/>
        </p:spPr>
        <p:txBody>
          <a:bodyPr wrap="square" rtlCol="0">
            <a:spAutoFit/>
          </a:bodyPr>
          <a:lstStyle/>
          <a:p>
            <a:r>
              <a:rPr lang="en-CA" sz="1000" b="1" dirty="0">
                <a:latin typeface="Aptos Mono" panose="020F0502020204030204" pitchFamily="49" charset="0"/>
              </a:rPr>
              <a:t>Peanuts</a:t>
            </a:r>
          </a:p>
          <a:p>
            <a:r>
              <a:rPr lang="en-CA" sz="1000" dirty="0">
                <a:latin typeface="Aptos Mono" panose="020F0502020204030204" pitchFamily="49" charset="0"/>
              </a:rPr>
              <a:t>  400g @ $5/kg</a:t>
            </a:r>
          </a:p>
          <a:p>
            <a:r>
              <a:rPr lang="en-CA" sz="1000" b="1" dirty="0">
                <a:latin typeface="Aptos Mono" panose="020F0502020204030204" pitchFamily="49" charset="0"/>
              </a:rPr>
              <a:t>Walnuts</a:t>
            </a:r>
          </a:p>
          <a:p>
            <a:r>
              <a:rPr lang="en-CA" sz="1000" dirty="0">
                <a:latin typeface="Aptos Mono" panose="020F0502020204030204" pitchFamily="49" charset="0"/>
              </a:rPr>
              <a:t>  350g @ $7.50/kg</a:t>
            </a:r>
          </a:p>
          <a:p>
            <a:r>
              <a:rPr lang="en-CA" sz="1000" b="1" dirty="0">
                <a:latin typeface="Aptos Mono" panose="020F0502020204030204" pitchFamily="49" charset="0"/>
              </a:rPr>
              <a:t>Ground Shellfish</a:t>
            </a:r>
          </a:p>
          <a:p>
            <a:r>
              <a:rPr lang="en-CA" sz="1000" dirty="0">
                <a:latin typeface="Aptos Mono" panose="020F0502020204030204" pitchFamily="49" charset="0"/>
              </a:rPr>
              <a:t>  350g @ $50/kg </a:t>
            </a:r>
          </a:p>
        </p:txBody>
      </p:sp>
      <p:sp>
        <p:nvSpPr>
          <p:cNvPr id="20" name="TextBox 19">
            <a:extLst>
              <a:ext uri="{FF2B5EF4-FFF2-40B4-BE49-F238E27FC236}">
                <a16:creationId xmlns:a16="http://schemas.microsoft.com/office/drawing/2014/main" id="{BD33F15C-2AB0-B56E-68B7-332508AB094F}"/>
              </a:ext>
            </a:extLst>
          </p:cNvPr>
          <p:cNvSpPr txBox="1"/>
          <p:nvPr/>
        </p:nvSpPr>
        <p:spPr>
          <a:xfrm>
            <a:off x="2657026" y="3182778"/>
            <a:ext cx="1229106" cy="861774"/>
          </a:xfrm>
          <a:prstGeom prst="rect">
            <a:avLst/>
          </a:prstGeom>
          <a:noFill/>
        </p:spPr>
        <p:txBody>
          <a:bodyPr wrap="square" rtlCol="0">
            <a:spAutoFit/>
          </a:bodyPr>
          <a:lstStyle/>
          <a:p>
            <a:pPr algn="r"/>
            <a:r>
              <a:rPr lang="en-CA" sz="1000" b="1" dirty="0">
                <a:latin typeface="Aptos Mono" panose="020F0502020204030204" pitchFamily="49" charset="0"/>
              </a:rPr>
              <a:t>$2.00</a:t>
            </a:r>
          </a:p>
          <a:p>
            <a:pPr algn="r"/>
            <a:endParaRPr lang="en-CA" sz="1000" b="1" dirty="0">
              <a:latin typeface="Aptos Mono" panose="020F0502020204030204" pitchFamily="49" charset="0"/>
            </a:endParaRPr>
          </a:p>
          <a:p>
            <a:pPr algn="r"/>
            <a:r>
              <a:rPr lang="en-CA" sz="1000" b="1" dirty="0">
                <a:latin typeface="Aptos Mono" panose="020F0502020204030204" pitchFamily="49" charset="0"/>
              </a:rPr>
              <a:t>$2.63</a:t>
            </a:r>
          </a:p>
          <a:p>
            <a:pPr algn="r"/>
            <a:endParaRPr lang="en-CA" sz="1000" b="1" dirty="0">
              <a:latin typeface="Aptos Mono" panose="020F0502020204030204" pitchFamily="49" charset="0"/>
            </a:endParaRPr>
          </a:p>
          <a:p>
            <a:pPr algn="r"/>
            <a:r>
              <a:rPr lang="en-CA" sz="1000" b="1" dirty="0">
                <a:latin typeface="Aptos Mono" panose="020F0502020204030204" pitchFamily="49" charset="0"/>
              </a:rPr>
              <a:t>$17.50</a:t>
            </a:r>
          </a:p>
        </p:txBody>
      </p:sp>
      <p:sp>
        <p:nvSpPr>
          <p:cNvPr id="21" name="TextBox 20">
            <a:extLst>
              <a:ext uri="{FF2B5EF4-FFF2-40B4-BE49-F238E27FC236}">
                <a16:creationId xmlns:a16="http://schemas.microsoft.com/office/drawing/2014/main" id="{580073B1-8E0D-6CE1-AADC-5D0BAF840AF2}"/>
              </a:ext>
            </a:extLst>
          </p:cNvPr>
          <p:cNvSpPr txBox="1"/>
          <p:nvPr/>
        </p:nvSpPr>
        <p:spPr>
          <a:xfrm>
            <a:off x="1190697" y="4198322"/>
            <a:ext cx="2743060" cy="215444"/>
          </a:xfrm>
          <a:prstGeom prst="rect">
            <a:avLst/>
          </a:prstGeom>
          <a:noFill/>
        </p:spPr>
        <p:txBody>
          <a:bodyPr wrap="none" rtlCol="0">
            <a:spAutoFit/>
          </a:bodyPr>
          <a:lstStyle/>
          <a:p>
            <a:pPr algn="ctr"/>
            <a:r>
              <a:rPr lang="en-CA" sz="800" b="1" dirty="0">
                <a:latin typeface="Aptos Mono" panose="020F0502020204030204" pitchFamily="49" charset="0"/>
              </a:rPr>
              <a:t>------------------------------------------</a:t>
            </a:r>
          </a:p>
        </p:txBody>
      </p:sp>
      <p:sp>
        <p:nvSpPr>
          <p:cNvPr id="22" name="TextBox 21">
            <a:extLst>
              <a:ext uri="{FF2B5EF4-FFF2-40B4-BE49-F238E27FC236}">
                <a16:creationId xmlns:a16="http://schemas.microsoft.com/office/drawing/2014/main" id="{164DB4BB-A8EA-4072-8D8A-FB22BA2FB367}"/>
              </a:ext>
            </a:extLst>
          </p:cNvPr>
          <p:cNvSpPr txBox="1"/>
          <p:nvPr/>
        </p:nvSpPr>
        <p:spPr>
          <a:xfrm>
            <a:off x="1227000" y="4334476"/>
            <a:ext cx="1649550" cy="815608"/>
          </a:xfrm>
          <a:prstGeom prst="rect">
            <a:avLst/>
          </a:prstGeom>
          <a:noFill/>
        </p:spPr>
        <p:txBody>
          <a:bodyPr wrap="square" rtlCol="0">
            <a:spAutoFit/>
          </a:bodyPr>
          <a:lstStyle/>
          <a:p>
            <a:r>
              <a:rPr lang="en-CA" sz="1100" b="1" dirty="0">
                <a:latin typeface="Aptos Mono" panose="020F0502020204030204" pitchFamily="49" charset="0"/>
              </a:rPr>
              <a:t>SUBTOTAL:</a:t>
            </a:r>
          </a:p>
          <a:p>
            <a:r>
              <a:rPr lang="en-CA" sz="1100" b="1" dirty="0">
                <a:latin typeface="Aptos Mono" panose="020F0502020204030204" pitchFamily="49" charset="0"/>
              </a:rPr>
              <a:t>TAX (13.5%):</a:t>
            </a:r>
          </a:p>
          <a:p>
            <a:endParaRPr lang="en-CA" sz="1100" b="1" dirty="0">
              <a:latin typeface="Aptos Mono" panose="020F0502020204030204" pitchFamily="49" charset="0"/>
            </a:endParaRPr>
          </a:p>
          <a:p>
            <a:r>
              <a:rPr lang="en-CA" sz="1400" b="1" dirty="0">
                <a:latin typeface="Aptos Mono" panose="020F0502020204030204" pitchFamily="49" charset="0"/>
              </a:rPr>
              <a:t>TOTAL: </a:t>
            </a:r>
            <a:endParaRPr lang="en-CA" sz="1400" dirty="0">
              <a:latin typeface="Aptos Mono" panose="020F0502020204030204" pitchFamily="49" charset="0"/>
            </a:endParaRPr>
          </a:p>
        </p:txBody>
      </p:sp>
      <p:sp>
        <p:nvSpPr>
          <p:cNvPr id="23" name="TextBox 22">
            <a:extLst>
              <a:ext uri="{FF2B5EF4-FFF2-40B4-BE49-F238E27FC236}">
                <a16:creationId xmlns:a16="http://schemas.microsoft.com/office/drawing/2014/main" id="{F07C424B-FE25-9004-85F6-3BE43875D244}"/>
              </a:ext>
            </a:extLst>
          </p:cNvPr>
          <p:cNvSpPr txBox="1"/>
          <p:nvPr/>
        </p:nvSpPr>
        <p:spPr>
          <a:xfrm>
            <a:off x="2652936" y="4352212"/>
            <a:ext cx="1229106" cy="815608"/>
          </a:xfrm>
          <a:prstGeom prst="rect">
            <a:avLst/>
          </a:prstGeom>
          <a:noFill/>
        </p:spPr>
        <p:txBody>
          <a:bodyPr wrap="square" rtlCol="0">
            <a:spAutoFit/>
          </a:bodyPr>
          <a:lstStyle/>
          <a:p>
            <a:pPr algn="r"/>
            <a:r>
              <a:rPr lang="en-CA" sz="1100" b="1" dirty="0">
                <a:latin typeface="Aptos Mono" panose="020F0502020204030204" pitchFamily="49" charset="0"/>
              </a:rPr>
              <a:t>$22.13</a:t>
            </a:r>
          </a:p>
          <a:p>
            <a:pPr algn="r"/>
            <a:r>
              <a:rPr lang="en-CA" sz="1100" b="1" dirty="0">
                <a:latin typeface="Aptos Mono" panose="020F0502020204030204" pitchFamily="49" charset="0"/>
              </a:rPr>
              <a:t>$6.99</a:t>
            </a:r>
          </a:p>
          <a:p>
            <a:pPr algn="r"/>
            <a:endParaRPr lang="en-CA" sz="1100" b="1" dirty="0">
              <a:latin typeface="Aptos Mono" panose="020F0502020204030204" pitchFamily="49" charset="0"/>
            </a:endParaRPr>
          </a:p>
          <a:p>
            <a:pPr algn="r"/>
            <a:r>
              <a:rPr lang="en-CA" sz="1400" b="1" dirty="0">
                <a:latin typeface="Aptos Mono" panose="020F0502020204030204" pitchFamily="49" charset="0"/>
              </a:rPr>
              <a:t>$29.12</a:t>
            </a:r>
          </a:p>
        </p:txBody>
      </p:sp>
      <p:sp>
        <p:nvSpPr>
          <p:cNvPr id="24" name="TextBox 23">
            <a:extLst>
              <a:ext uri="{FF2B5EF4-FFF2-40B4-BE49-F238E27FC236}">
                <a16:creationId xmlns:a16="http://schemas.microsoft.com/office/drawing/2014/main" id="{3371A6C1-3BDC-E423-36BB-411FED489157}"/>
              </a:ext>
            </a:extLst>
          </p:cNvPr>
          <p:cNvSpPr txBox="1"/>
          <p:nvPr/>
        </p:nvSpPr>
        <p:spPr>
          <a:xfrm>
            <a:off x="1190697" y="5060098"/>
            <a:ext cx="2743060" cy="215444"/>
          </a:xfrm>
          <a:prstGeom prst="rect">
            <a:avLst/>
          </a:prstGeom>
          <a:noFill/>
        </p:spPr>
        <p:txBody>
          <a:bodyPr wrap="none" rtlCol="0">
            <a:spAutoFit/>
          </a:bodyPr>
          <a:lstStyle/>
          <a:p>
            <a:pPr algn="ctr"/>
            <a:r>
              <a:rPr lang="en-CA" sz="800" b="1" dirty="0">
                <a:latin typeface="Aptos Mono" panose="020F0502020204030204" pitchFamily="49" charset="0"/>
              </a:rPr>
              <a:t>------------------------------------------</a:t>
            </a:r>
          </a:p>
        </p:txBody>
      </p:sp>
      <p:sp>
        <p:nvSpPr>
          <p:cNvPr id="25" name="TextBox 24">
            <a:extLst>
              <a:ext uri="{FF2B5EF4-FFF2-40B4-BE49-F238E27FC236}">
                <a16:creationId xmlns:a16="http://schemas.microsoft.com/office/drawing/2014/main" id="{E8738B14-C142-F056-6B0A-D5A9CCF42EE9}"/>
              </a:ext>
            </a:extLst>
          </p:cNvPr>
          <p:cNvSpPr txBox="1"/>
          <p:nvPr/>
        </p:nvSpPr>
        <p:spPr>
          <a:xfrm>
            <a:off x="1277262" y="5235152"/>
            <a:ext cx="2569934" cy="246221"/>
          </a:xfrm>
          <a:prstGeom prst="rect">
            <a:avLst/>
          </a:prstGeom>
          <a:noFill/>
        </p:spPr>
        <p:txBody>
          <a:bodyPr wrap="none" rtlCol="0">
            <a:spAutoFit/>
          </a:bodyPr>
          <a:lstStyle/>
          <a:p>
            <a:pPr algn="ctr"/>
            <a:r>
              <a:rPr lang="en-CA" sz="1000" dirty="0">
                <a:latin typeface="Aptos Mono" panose="020F0502020204030204" pitchFamily="49" charset="0"/>
              </a:rPr>
              <a:t>Thank you for shopping with us!</a:t>
            </a:r>
          </a:p>
        </p:txBody>
      </p:sp>
      <p:pic>
        <p:nvPicPr>
          <p:cNvPr id="28" name="Picture 27">
            <a:extLst>
              <a:ext uri="{FF2B5EF4-FFF2-40B4-BE49-F238E27FC236}">
                <a16:creationId xmlns:a16="http://schemas.microsoft.com/office/drawing/2014/main" id="{1DF0FC6B-B016-C42D-D3E3-6992730584E9}"/>
              </a:ext>
            </a:extLst>
          </p:cNvPr>
          <p:cNvPicPr>
            <a:picLocks noChangeAspect="1"/>
          </p:cNvPicPr>
          <p:nvPr/>
        </p:nvPicPr>
        <p:blipFill>
          <a:blip r:embed="rId8"/>
          <a:stretch>
            <a:fillRect/>
          </a:stretch>
        </p:blipFill>
        <p:spPr>
          <a:xfrm>
            <a:off x="6425821" y="466040"/>
            <a:ext cx="2883658" cy="4682134"/>
          </a:xfrm>
          <a:prstGeom prst="rect">
            <a:avLst/>
          </a:prstGeom>
        </p:spPr>
      </p:pic>
    </p:spTree>
    <p:extLst>
      <p:ext uri="{BB962C8B-B14F-4D97-AF65-F5344CB8AC3E}">
        <p14:creationId xmlns:p14="http://schemas.microsoft.com/office/powerpoint/2010/main" val="3038263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228F1-FD72-913F-5B91-A79088E943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599996-1A7A-DCEB-041B-C28D10EF4775}"/>
              </a:ext>
            </a:extLst>
          </p:cNvPr>
          <p:cNvSpPr>
            <a:spLocks noGrp="1"/>
          </p:cNvSpPr>
          <p:nvPr>
            <p:ph type="title"/>
          </p:nvPr>
        </p:nvSpPr>
        <p:spPr/>
        <p:txBody>
          <a:bodyPr/>
          <a:lstStyle/>
          <a:p>
            <a:r>
              <a:rPr lang="en-US" dirty="0">
                <a:latin typeface="Orbitron ExtraBold" pitchFamily="2" charset="0"/>
              </a:rPr>
              <a:t>Gambling emails</a:t>
            </a:r>
            <a:endParaRPr lang="en-CA" dirty="0">
              <a:latin typeface="Orbitron ExtraBold" pitchFamily="2" charset="0"/>
            </a:endParaRPr>
          </a:p>
        </p:txBody>
      </p:sp>
      <p:sp>
        <p:nvSpPr>
          <p:cNvPr id="3" name="Content Placeholder 2">
            <a:extLst>
              <a:ext uri="{FF2B5EF4-FFF2-40B4-BE49-F238E27FC236}">
                <a16:creationId xmlns:a16="http://schemas.microsoft.com/office/drawing/2014/main" id="{572EE10E-775E-247C-28EC-B7BF1749788B}"/>
              </a:ext>
            </a:extLst>
          </p:cNvPr>
          <p:cNvSpPr>
            <a:spLocks noGrp="1"/>
          </p:cNvSpPr>
          <p:nvPr>
            <p:ph idx="1"/>
          </p:nvPr>
        </p:nvSpPr>
        <p:spPr>
          <a:xfrm>
            <a:off x="838200" y="1825625"/>
            <a:ext cx="10515600" cy="4351338"/>
          </a:xfrm>
        </p:spPr>
        <p:txBody>
          <a:bodyPr>
            <a:normAutofit/>
          </a:bodyPr>
          <a:lstStyle/>
          <a:p>
            <a:pPr marL="0" indent="0">
              <a:buNone/>
            </a:pPr>
            <a:r>
              <a:rPr lang="en-CA" sz="1400" dirty="0">
                <a:latin typeface="Times New Roman" panose="02020603050405020304" pitchFamily="18" charset="0"/>
                <a:cs typeface="Times New Roman" panose="02020603050405020304" pitchFamily="18" charset="0"/>
              </a:rPr>
              <a:t>Dear Customer, </a:t>
            </a:r>
          </a:p>
          <a:p>
            <a:pPr marL="0" indent="0">
              <a:buNone/>
            </a:pPr>
            <a:r>
              <a:rPr lang="en-CA" sz="1400" dirty="0">
                <a:latin typeface="Times New Roman" panose="02020603050405020304" pitchFamily="18" charset="0"/>
                <a:cs typeface="Times New Roman" panose="02020603050405020304" pitchFamily="18" charset="0"/>
              </a:rPr>
              <a:t>We have noticed that you placed significant bets recently. Below is a breakdown of your bets. We noticed that your account balance reach $0 in a short amount of time. As such, we decided to add a 5% fee on any new deposits according to our Terms and Conditions. </a:t>
            </a:r>
          </a:p>
          <a:p>
            <a:pPr marL="0" indent="0">
              <a:buNone/>
            </a:pPr>
            <a:endParaRPr lang="en-CA" sz="1400" dirty="0">
              <a:latin typeface="Times New Roman" panose="02020603050405020304" pitchFamily="18" charset="0"/>
              <a:cs typeface="Times New Roman" panose="02020603050405020304" pitchFamily="18" charset="0"/>
            </a:endParaRPr>
          </a:p>
          <a:p>
            <a:pPr marL="0" indent="0">
              <a:buNone/>
            </a:pPr>
            <a:r>
              <a:rPr lang="en-CA" sz="1400" dirty="0">
                <a:latin typeface="Times New Roman" panose="02020603050405020304" pitchFamily="18" charset="0"/>
                <a:cs typeface="Times New Roman" panose="02020603050405020304" pitchFamily="18" charset="0"/>
              </a:rPr>
              <a:t>Dear Customer, </a:t>
            </a:r>
          </a:p>
          <a:p>
            <a:pPr marL="0" indent="0">
              <a:buNone/>
            </a:pPr>
            <a:r>
              <a:rPr lang="en-CA" sz="1400" dirty="0">
                <a:latin typeface="Times New Roman" panose="02020603050405020304" pitchFamily="18" charset="0"/>
                <a:cs typeface="Times New Roman" panose="02020603050405020304" pitchFamily="18" charset="0"/>
              </a:rPr>
              <a:t>We have assessed that the recent activity in your account did not meet our Terms and Conditions. As such, we have decided to close your account for the time being. </a:t>
            </a:r>
          </a:p>
          <a:p>
            <a:pPr marL="0" indent="0">
              <a:buNone/>
            </a:pPr>
            <a:r>
              <a:rPr lang="en-CA" sz="1400" dirty="0">
                <a:latin typeface="Times New Roman" panose="02020603050405020304" pitchFamily="18" charset="0"/>
                <a:cs typeface="Times New Roman" panose="02020603050405020304" pitchFamily="18" charset="0"/>
              </a:rPr>
              <a:t>Thank you, </a:t>
            </a:r>
          </a:p>
          <a:p>
            <a:pPr marL="0" indent="0">
              <a:buNone/>
            </a:pPr>
            <a:endParaRPr lang="en-CA" sz="1400" dirty="0">
              <a:latin typeface="Times New Roman" panose="02020603050405020304" pitchFamily="18" charset="0"/>
              <a:cs typeface="Times New Roman" panose="02020603050405020304" pitchFamily="18" charset="0"/>
            </a:endParaRPr>
          </a:p>
          <a:p>
            <a:pPr marL="0" indent="0">
              <a:buNone/>
            </a:pPr>
            <a:endParaRPr lang="en-CA" sz="1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FD66D06-BEF7-B967-ACAA-39C1B5E6F1D9}"/>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1986" b="87478" l="7422" r="45801">
                        <a14:foregroundMark x1="28906" y1="15564" x2="28906" y2="15564"/>
                        <a14:foregroundMark x1="45801" y1="53488" x2="45801" y2="53488"/>
                        <a14:foregroundMark x1="7422" y1="49374" x2="7422" y2="49374"/>
                        <a14:foregroundMark x1="14258" y1="77996" x2="14258" y2="77996"/>
                        <a14:foregroundMark x1="24121" y1="85689" x2="24121" y2="85689"/>
                        <a14:foregroundMark x1="21777" y1="55814" x2="21777" y2="55814"/>
                        <a14:foregroundMark x1="42480" y1="56708" x2="42480" y2="56708"/>
                        <a14:foregroundMark x1="40332" y1="65832" x2="10645" y2="63864"/>
                        <a14:foregroundMark x1="10645" y1="63864" x2="33008" y2="68873"/>
                        <a14:foregroundMark x1="33008" y1="68873" x2="29199" y2="76029"/>
                        <a14:foregroundMark x1="29199" y1="76029" x2="15527" y2="74597"/>
                        <a14:foregroundMark x1="32813" y1="74061" x2="32910" y2="74597"/>
                        <a14:foregroundMark x1="25586" y1="11986" x2="25586" y2="11986"/>
                        <a14:foregroundMark x1="27148" y1="87478" x2="27148" y2="87478"/>
                        <a14:foregroundMark x1="37988" y1="74597" x2="37988" y2="74597"/>
                        <a14:foregroundMark x1="36914" y1="57782" x2="36914" y2="57782"/>
                        <a14:foregroundMark x1="36914" y1="57782" x2="36914" y2="57782"/>
                      </a14:backgroundRemoval>
                    </a14:imgEffect>
                  </a14:imgLayer>
                </a14:imgProps>
              </a:ext>
              <a:ext uri="{28A0092B-C50C-407E-A947-70E740481C1C}">
                <a14:useLocalDpi xmlns:a14="http://schemas.microsoft.com/office/drawing/2010/main" val="0"/>
              </a:ext>
            </a:extLst>
          </a:blip>
          <a:srcRect l="3590" t="9749" r="51367" b="9392"/>
          <a:stretch>
            <a:fillRect/>
          </a:stretch>
        </p:blipFill>
        <p:spPr>
          <a:xfrm>
            <a:off x="838200" y="4679083"/>
            <a:ext cx="1019175" cy="998752"/>
          </a:xfrm>
          <a:prstGeom prst="rect">
            <a:avLst/>
          </a:prstGeom>
        </p:spPr>
      </p:pic>
      <p:sp>
        <p:nvSpPr>
          <p:cNvPr id="5" name="TextBox 4">
            <a:extLst>
              <a:ext uri="{FF2B5EF4-FFF2-40B4-BE49-F238E27FC236}">
                <a16:creationId xmlns:a16="http://schemas.microsoft.com/office/drawing/2014/main" id="{BCE2FC53-C4A2-83A2-3B46-FC17AA522558}"/>
              </a:ext>
            </a:extLst>
          </p:cNvPr>
          <p:cNvSpPr txBox="1"/>
          <p:nvPr/>
        </p:nvSpPr>
        <p:spPr>
          <a:xfrm>
            <a:off x="1857375" y="4679083"/>
            <a:ext cx="2512226" cy="923330"/>
          </a:xfrm>
          <a:prstGeom prst="rect">
            <a:avLst/>
          </a:prstGeom>
          <a:noFill/>
        </p:spPr>
        <p:txBody>
          <a:bodyPr wrap="none" rtlCol="0">
            <a:spAutoFit/>
          </a:bodyPr>
          <a:lstStyle/>
          <a:p>
            <a:r>
              <a:rPr lang="en-CA" dirty="0">
                <a:latin typeface="Times New Roman" panose="02020603050405020304" pitchFamily="18" charset="0"/>
                <a:cs typeface="Times New Roman" panose="02020603050405020304" pitchFamily="18" charset="0"/>
              </a:rPr>
              <a:t>Betting Only Online</a:t>
            </a:r>
          </a:p>
          <a:p>
            <a:r>
              <a:rPr lang="en-CA" dirty="0">
                <a:latin typeface="Times New Roman" panose="02020603050405020304" pitchFamily="18" charset="0"/>
                <a:cs typeface="Times New Roman" panose="02020603050405020304" pitchFamily="18" charset="0"/>
              </a:rPr>
              <a:t>Customer Representative</a:t>
            </a:r>
          </a:p>
          <a:p>
            <a:r>
              <a:rPr lang="en-CA" dirty="0">
                <a:latin typeface="Times New Roman" panose="02020603050405020304" pitchFamily="18" charset="0"/>
                <a:cs typeface="Times New Roman" panose="02020603050405020304" pitchFamily="18" charset="0"/>
              </a:rPr>
              <a:t>BettingOnlyOnline.com</a:t>
            </a:r>
          </a:p>
        </p:txBody>
      </p:sp>
    </p:spTree>
    <p:extLst>
      <p:ext uri="{BB962C8B-B14F-4D97-AF65-F5344CB8AC3E}">
        <p14:creationId xmlns:p14="http://schemas.microsoft.com/office/powerpoint/2010/main" val="162583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43DB8-E5C9-9C97-6622-66D3A6C0DA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5E22C6-3FC9-9426-6E3C-CBED89C0145F}"/>
              </a:ext>
            </a:extLst>
          </p:cNvPr>
          <p:cNvSpPr>
            <a:spLocks noGrp="1"/>
          </p:cNvSpPr>
          <p:nvPr>
            <p:ph type="title"/>
          </p:nvPr>
        </p:nvSpPr>
        <p:spPr/>
        <p:txBody>
          <a:bodyPr/>
          <a:lstStyle/>
          <a:p>
            <a:r>
              <a:rPr lang="en-US" dirty="0">
                <a:latin typeface="Orbitron ExtraBold" pitchFamily="2" charset="0"/>
              </a:rPr>
              <a:t>Electronic Puzzle</a:t>
            </a:r>
            <a:endParaRPr lang="en-CA" dirty="0">
              <a:latin typeface="Orbitron ExtraBold" pitchFamily="2" charset="0"/>
            </a:endParaRPr>
          </a:p>
        </p:txBody>
      </p:sp>
    </p:spTree>
    <p:extLst>
      <p:ext uri="{BB962C8B-B14F-4D97-AF65-F5344CB8AC3E}">
        <p14:creationId xmlns:p14="http://schemas.microsoft.com/office/powerpoint/2010/main" val="1241268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4E1FC-50A6-CBEA-9DEB-7DD06A01B4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B5640C-83FD-2A84-A705-18D4B1EB735D}"/>
              </a:ext>
            </a:extLst>
          </p:cNvPr>
          <p:cNvSpPr>
            <a:spLocks noGrp="1"/>
          </p:cNvSpPr>
          <p:nvPr>
            <p:ph type="title"/>
          </p:nvPr>
        </p:nvSpPr>
        <p:spPr/>
        <p:txBody>
          <a:bodyPr/>
          <a:lstStyle/>
          <a:p>
            <a:r>
              <a:rPr lang="en-US" dirty="0">
                <a:latin typeface="Orbitron ExtraBold" pitchFamily="2" charset="0"/>
              </a:rPr>
              <a:t>Logos/names</a:t>
            </a:r>
            <a:endParaRPr lang="en-CA" dirty="0">
              <a:latin typeface="Orbitron ExtraBold" pitchFamily="2" charset="0"/>
            </a:endParaRPr>
          </a:p>
        </p:txBody>
      </p:sp>
      <p:sp>
        <p:nvSpPr>
          <p:cNvPr id="8" name="TextBox 7">
            <a:extLst>
              <a:ext uri="{FF2B5EF4-FFF2-40B4-BE49-F238E27FC236}">
                <a16:creationId xmlns:a16="http://schemas.microsoft.com/office/drawing/2014/main" id="{0D54A9FB-02EB-525F-F9DC-3C3A9DB46CBC}"/>
              </a:ext>
            </a:extLst>
          </p:cNvPr>
          <p:cNvSpPr txBox="1"/>
          <p:nvPr/>
        </p:nvSpPr>
        <p:spPr>
          <a:xfrm>
            <a:off x="1289974" y="1800301"/>
            <a:ext cx="2460269" cy="923330"/>
          </a:xfrm>
          <a:prstGeom prst="rect">
            <a:avLst/>
          </a:prstGeom>
          <a:noFill/>
        </p:spPr>
        <p:txBody>
          <a:bodyPr wrap="square" rtlCol="0">
            <a:spAutoFit/>
          </a:bodyPr>
          <a:lstStyle/>
          <a:p>
            <a:r>
              <a:rPr lang="en-CA" b="1" dirty="0">
                <a:latin typeface="Orbitron" pitchFamily="2" charset="0"/>
                <a:cs typeface="Times New Roman" panose="02020603050405020304" pitchFamily="18" charset="0"/>
              </a:rPr>
              <a:t>B.A.D </a:t>
            </a:r>
          </a:p>
          <a:p>
            <a:r>
              <a:rPr lang="en-CA" b="1" dirty="0">
                <a:latin typeface="Orbitron" pitchFamily="2" charset="0"/>
                <a:cs typeface="Times New Roman" panose="02020603050405020304" pitchFamily="18" charset="0"/>
              </a:rPr>
              <a:t>Bank of American Deposits</a:t>
            </a:r>
          </a:p>
        </p:txBody>
      </p:sp>
      <p:pic>
        <p:nvPicPr>
          <p:cNvPr id="10" name="Picture 9">
            <a:extLst>
              <a:ext uri="{FF2B5EF4-FFF2-40B4-BE49-F238E27FC236}">
                <a16:creationId xmlns:a16="http://schemas.microsoft.com/office/drawing/2014/main" id="{D73E4EBD-499A-9132-173B-A1F3FCBDB3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062" y="1557278"/>
            <a:ext cx="1409377" cy="1409377"/>
          </a:xfrm>
          <a:prstGeom prst="rect">
            <a:avLst/>
          </a:prstGeom>
        </p:spPr>
      </p:pic>
      <p:sp>
        <p:nvSpPr>
          <p:cNvPr id="4" name="TextBox 3">
            <a:extLst>
              <a:ext uri="{FF2B5EF4-FFF2-40B4-BE49-F238E27FC236}">
                <a16:creationId xmlns:a16="http://schemas.microsoft.com/office/drawing/2014/main" id="{0FB1A805-B50C-5EBC-AB4A-2400C87E91B7}"/>
              </a:ext>
            </a:extLst>
          </p:cNvPr>
          <p:cNvSpPr txBox="1"/>
          <p:nvPr/>
        </p:nvSpPr>
        <p:spPr>
          <a:xfrm>
            <a:off x="1309482" y="2935492"/>
            <a:ext cx="2784119" cy="923330"/>
          </a:xfrm>
          <a:prstGeom prst="rect">
            <a:avLst/>
          </a:prstGeom>
          <a:noFill/>
        </p:spPr>
        <p:txBody>
          <a:bodyPr wrap="square" rtlCol="0">
            <a:spAutoFit/>
          </a:bodyPr>
          <a:lstStyle/>
          <a:p>
            <a:r>
              <a:rPr lang="en-US" b="1" dirty="0">
                <a:latin typeface="Orbitron" pitchFamily="2" charset="0"/>
                <a:cs typeface="Dreaming Outloud Pro" panose="03050502040302030504" pitchFamily="66" charset="0"/>
              </a:rPr>
              <a:t>E.V.I.L. </a:t>
            </a:r>
          </a:p>
          <a:p>
            <a:r>
              <a:rPr lang="en-US" b="1" dirty="0">
                <a:latin typeface="Orbitron" pitchFamily="2" charset="0"/>
                <a:cs typeface="Dreaming Outloud Pro" panose="03050502040302030504" pitchFamily="66" charset="0"/>
              </a:rPr>
              <a:t>Earth Vehicle Interstellar Landers</a:t>
            </a:r>
            <a:endParaRPr lang="en-CA" b="1" dirty="0">
              <a:latin typeface="Orbitron" pitchFamily="2" charset="0"/>
              <a:cs typeface="Times New Roman" panose="02020603050405020304" pitchFamily="18" charset="0"/>
            </a:endParaRPr>
          </a:p>
        </p:txBody>
      </p:sp>
      <p:pic>
        <p:nvPicPr>
          <p:cNvPr id="9" name="Picture 8">
            <a:extLst>
              <a:ext uri="{FF2B5EF4-FFF2-40B4-BE49-F238E27FC236}">
                <a16:creationId xmlns:a16="http://schemas.microsoft.com/office/drawing/2014/main" id="{A89AA4BA-9610-5AF1-89B3-01FE00BE4D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704" y="4070683"/>
            <a:ext cx="954447" cy="954447"/>
          </a:xfrm>
          <a:prstGeom prst="rect">
            <a:avLst/>
          </a:prstGeom>
        </p:spPr>
      </p:pic>
      <p:pic>
        <p:nvPicPr>
          <p:cNvPr id="5" name="Picture 4">
            <a:extLst>
              <a:ext uri="{FF2B5EF4-FFF2-40B4-BE49-F238E27FC236}">
                <a16:creationId xmlns:a16="http://schemas.microsoft.com/office/drawing/2014/main" id="{E9D92E22-1B6C-7F2B-3298-D7B1CD62A2B2}"/>
              </a:ext>
            </a:extLst>
          </p:cNvPr>
          <p:cNvPicPr>
            <a:picLocks noChangeAspect="1"/>
          </p:cNvPicPr>
          <p:nvPr/>
        </p:nvPicPr>
        <p:blipFill>
          <a:blip r:embed="rId4"/>
          <a:srcRect l="6983" t="10775" r="5556" b="9882"/>
          <a:stretch>
            <a:fillRect/>
          </a:stretch>
        </p:blipFill>
        <p:spPr>
          <a:xfrm>
            <a:off x="360976" y="2966655"/>
            <a:ext cx="954447" cy="861004"/>
          </a:xfrm>
          <a:prstGeom prst="rect">
            <a:avLst/>
          </a:prstGeom>
        </p:spPr>
      </p:pic>
      <p:sp>
        <p:nvSpPr>
          <p:cNvPr id="6" name="TextBox 5">
            <a:extLst>
              <a:ext uri="{FF2B5EF4-FFF2-40B4-BE49-F238E27FC236}">
                <a16:creationId xmlns:a16="http://schemas.microsoft.com/office/drawing/2014/main" id="{EB839A07-C510-3F53-958B-409302DDA759}"/>
              </a:ext>
            </a:extLst>
          </p:cNvPr>
          <p:cNvSpPr txBox="1"/>
          <p:nvPr/>
        </p:nvSpPr>
        <p:spPr>
          <a:xfrm>
            <a:off x="1289974" y="3947741"/>
            <a:ext cx="2460269" cy="1200329"/>
          </a:xfrm>
          <a:prstGeom prst="rect">
            <a:avLst/>
          </a:prstGeom>
          <a:noFill/>
        </p:spPr>
        <p:txBody>
          <a:bodyPr wrap="square" rtlCol="0">
            <a:spAutoFit/>
          </a:bodyPr>
          <a:lstStyle/>
          <a:p>
            <a:r>
              <a:rPr lang="en-US" b="1" dirty="0">
                <a:latin typeface="Orbitron" pitchFamily="2" charset="0"/>
                <a:cs typeface="Times New Roman" panose="02020603050405020304" pitchFamily="18" charset="0"/>
              </a:rPr>
              <a:t>H.A.R.O.L.D. Highly Advanced Robotic Orbital Logistic Director</a:t>
            </a:r>
          </a:p>
        </p:txBody>
      </p:sp>
      <p:pic>
        <p:nvPicPr>
          <p:cNvPr id="11" name="Picture 10">
            <a:extLst>
              <a:ext uri="{FF2B5EF4-FFF2-40B4-BE49-F238E27FC236}">
                <a16:creationId xmlns:a16="http://schemas.microsoft.com/office/drawing/2014/main" id="{CF357FB1-74A8-DA46-2E46-9607379D47EA}"/>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9302" b="91234" l="9961" r="89844">
                        <a14:foregroundMark x1="49121" y1="91413" x2="49121" y2="91413"/>
                        <a14:foregroundMark x1="48926" y1="9302" x2="48926" y2="9302"/>
                        <a14:foregroundMark x1="71191" y1="90519" x2="71191" y2="90519"/>
                        <a14:foregroundMark x1="28516" y1="90161" x2="28516" y2="90161"/>
                      </a14:backgroundRemoval>
                    </a14:imgEffect>
                  </a14:imgLayer>
                </a14:imgProps>
              </a:ext>
              <a:ext uri="{28A0092B-C50C-407E-A947-70E740481C1C}">
                <a14:useLocalDpi xmlns:a14="http://schemas.microsoft.com/office/drawing/2010/main" val="0"/>
              </a:ext>
            </a:extLst>
          </a:blip>
          <a:srcRect l="24738" t="5129" r="25336" b="6435"/>
          <a:stretch>
            <a:fillRect/>
          </a:stretch>
        </p:blipFill>
        <p:spPr>
          <a:xfrm>
            <a:off x="6200774" y="1652084"/>
            <a:ext cx="1181101" cy="1142121"/>
          </a:xfrm>
          <a:prstGeom prst="rect">
            <a:avLst/>
          </a:prstGeom>
        </p:spPr>
      </p:pic>
      <p:sp>
        <p:nvSpPr>
          <p:cNvPr id="12" name="TextBox 11">
            <a:extLst>
              <a:ext uri="{FF2B5EF4-FFF2-40B4-BE49-F238E27FC236}">
                <a16:creationId xmlns:a16="http://schemas.microsoft.com/office/drawing/2014/main" id="{651CE1C5-608B-FF3E-9EBC-754F333248CD}"/>
              </a:ext>
            </a:extLst>
          </p:cNvPr>
          <p:cNvSpPr txBox="1"/>
          <p:nvPr/>
        </p:nvSpPr>
        <p:spPr>
          <a:xfrm>
            <a:off x="7471699" y="1800301"/>
            <a:ext cx="2460269" cy="369332"/>
          </a:xfrm>
          <a:prstGeom prst="rect">
            <a:avLst/>
          </a:prstGeom>
          <a:noFill/>
        </p:spPr>
        <p:txBody>
          <a:bodyPr wrap="square" rtlCol="0">
            <a:spAutoFit/>
          </a:bodyPr>
          <a:lstStyle/>
          <a:p>
            <a:r>
              <a:rPr lang="en-CA" b="1" dirty="0">
                <a:latin typeface="Orbitron" pitchFamily="2" charset="0"/>
                <a:cs typeface="Times New Roman" panose="02020603050405020304" pitchFamily="18" charset="0"/>
              </a:rPr>
              <a:t>Fish and Nuts</a:t>
            </a:r>
          </a:p>
        </p:txBody>
      </p:sp>
      <p:pic>
        <p:nvPicPr>
          <p:cNvPr id="16" name="Picture 15">
            <a:extLst>
              <a:ext uri="{FF2B5EF4-FFF2-40B4-BE49-F238E27FC236}">
                <a16:creationId xmlns:a16="http://schemas.microsoft.com/office/drawing/2014/main" id="{92932A62-0528-6743-CC29-C294650D2CCD}"/>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1986" b="87478" l="7422" r="45801">
                        <a14:foregroundMark x1="28906" y1="15564" x2="28906" y2="15564"/>
                        <a14:foregroundMark x1="45801" y1="53488" x2="45801" y2="53488"/>
                        <a14:foregroundMark x1="7422" y1="49374" x2="7422" y2="49374"/>
                        <a14:foregroundMark x1="14258" y1="77996" x2="14258" y2="77996"/>
                        <a14:foregroundMark x1="24121" y1="85689" x2="24121" y2="85689"/>
                        <a14:foregroundMark x1="21777" y1="55814" x2="21777" y2="55814"/>
                        <a14:foregroundMark x1="42480" y1="56708" x2="42480" y2="56708"/>
                        <a14:foregroundMark x1="40332" y1="65832" x2="10645" y2="63864"/>
                        <a14:foregroundMark x1="10645" y1="63864" x2="33008" y2="68873"/>
                        <a14:foregroundMark x1="33008" y1="68873" x2="29199" y2="76029"/>
                        <a14:foregroundMark x1="29199" y1="76029" x2="15527" y2="74597"/>
                        <a14:foregroundMark x1="32813" y1="74061" x2="32910" y2="74597"/>
                        <a14:foregroundMark x1="25586" y1="11986" x2="25586" y2="11986"/>
                        <a14:foregroundMark x1="27148" y1="87478" x2="27148" y2="87478"/>
                        <a14:foregroundMark x1="37988" y1="74597" x2="37988" y2="74597"/>
                        <a14:foregroundMark x1="36914" y1="57782" x2="36914" y2="57782"/>
                        <a14:foregroundMark x1="36914" y1="57782" x2="36914" y2="57782"/>
                      </a14:backgroundRemoval>
                    </a14:imgEffect>
                  </a14:imgLayer>
                </a14:imgProps>
              </a:ext>
              <a:ext uri="{28A0092B-C50C-407E-A947-70E740481C1C}">
                <a14:useLocalDpi xmlns:a14="http://schemas.microsoft.com/office/drawing/2010/main" val="0"/>
              </a:ext>
            </a:extLst>
          </a:blip>
          <a:srcRect l="3590" t="9749" r="51367" b="9392"/>
          <a:stretch>
            <a:fillRect/>
          </a:stretch>
        </p:blipFill>
        <p:spPr>
          <a:xfrm>
            <a:off x="6200773" y="2850283"/>
            <a:ext cx="1181102" cy="1157434"/>
          </a:xfrm>
          <a:prstGeom prst="rect">
            <a:avLst/>
          </a:prstGeom>
        </p:spPr>
      </p:pic>
      <p:sp>
        <p:nvSpPr>
          <p:cNvPr id="17" name="TextBox 16">
            <a:extLst>
              <a:ext uri="{FF2B5EF4-FFF2-40B4-BE49-F238E27FC236}">
                <a16:creationId xmlns:a16="http://schemas.microsoft.com/office/drawing/2014/main" id="{6EC69987-995B-46CA-1F73-0E36A2EE67BF}"/>
              </a:ext>
            </a:extLst>
          </p:cNvPr>
          <p:cNvSpPr txBox="1"/>
          <p:nvPr/>
        </p:nvSpPr>
        <p:spPr>
          <a:xfrm>
            <a:off x="7471698" y="2966655"/>
            <a:ext cx="2460269" cy="923330"/>
          </a:xfrm>
          <a:prstGeom prst="rect">
            <a:avLst/>
          </a:prstGeom>
          <a:noFill/>
        </p:spPr>
        <p:txBody>
          <a:bodyPr wrap="square" rtlCol="0">
            <a:spAutoFit/>
          </a:bodyPr>
          <a:lstStyle/>
          <a:p>
            <a:r>
              <a:rPr lang="en-CA" b="1" dirty="0">
                <a:latin typeface="Orbitron" pitchFamily="2" charset="0"/>
                <a:cs typeface="Times New Roman" panose="02020603050405020304" pitchFamily="18" charset="0"/>
              </a:rPr>
              <a:t>B.O.O.</a:t>
            </a:r>
          </a:p>
          <a:p>
            <a:r>
              <a:rPr lang="en-CA" b="1" dirty="0">
                <a:latin typeface="Orbitron" pitchFamily="2" charset="0"/>
                <a:cs typeface="Times New Roman" panose="02020603050405020304" pitchFamily="18" charset="0"/>
              </a:rPr>
              <a:t>Betting Only Online</a:t>
            </a:r>
          </a:p>
        </p:txBody>
      </p:sp>
      <p:sp>
        <p:nvSpPr>
          <p:cNvPr id="18" name="TextBox 17">
            <a:extLst>
              <a:ext uri="{FF2B5EF4-FFF2-40B4-BE49-F238E27FC236}">
                <a16:creationId xmlns:a16="http://schemas.microsoft.com/office/drawing/2014/main" id="{BB09E293-C501-EE3A-B65F-9BED6C9AAD39}"/>
              </a:ext>
            </a:extLst>
          </p:cNvPr>
          <p:cNvSpPr txBox="1"/>
          <p:nvPr/>
        </p:nvSpPr>
        <p:spPr>
          <a:xfrm>
            <a:off x="7471698" y="4101800"/>
            <a:ext cx="2460269" cy="646331"/>
          </a:xfrm>
          <a:prstGeom prst="rect">
            <a:avLst/>
          </a:prstGeom>
          <a:noFill/>
        </p:spPr>
        <p:txBody>
          <a:bodyPr wrap="square" rtlCol="0">
            <a:spAutoFit/>
          </a:bodyPr>
          <a:lstStyle/>
          <a:p>
            <a:r>
              <a:rPr lang="en-CA" b="1" dirty="0">
                <a:latin typeface="Orbitron" pitchFamily="2" charset="0"/>
                <a:cs typeface="Times New Roman" panose="02020603050405020304" pitchFamily="18" charset="0"/>
              </a:rPr>
              <a:t>S.A.P.</a:t>
            </a:r>
          </a:p>
          <a:p>
            <a:r>
              <a:rPr lang="en-CA" b="1" dirty="0">
                <a:latin typeface="Orbitron" pitchFamily="2" charset="0"/>
                <a:cs typeface="Times New Roman" panose="02020603050405020304" pitchFamily="18" charset="0"/>
              </a:rPr>
              <a:t>Stakes and Punts</a:t>
            </a:r>
          </a:p>
        </p:txBody>
      </p:sp>
      <p:pic>
        <p:nvPicPr>
          <p:cNvPr id="21" name="Picture 20">
            <a:extLst>
              <a:ext uri="{FF2B5EF4-FFF2-40B4-BE49-F238E27FC236}">
                <a16:creationId xmlns:a16="http://schemas.microsoft.com/office/drawing/2014/main" id="{F91B16AB-3E7C-32E6-FC1A-B5D73D7D1729}"/>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4091" b="95000" l="5511" r="96640">
                        <a14:foregroundMark x1="18548" y1="22576" x2="32392" y2="72879"/>
                        <a14:foregroundMark x1="32392" y1="72879" x2="61425" y2="85909"/>
                        <a14:foregroundMark x1="61425" y1="85909" x2="71237" y2="81364"/>
                        <a14:foregroundMark x1="71237" y1="81364" x2="83871" y2="36818"/>
                        <a14:foregroundMark x1="83871" y1="36818" x2="84946" y2="23939"/>
                        <a14:foregroundMark x1="84946" y1="23939" x2="80242" y2="10606"/>
                        <a14:foregroundMark x1="80242" y1="10606" x2="28360" y2="8788"/>
                        <a14:foregroundMark x1="28360" y1="8788" x2="16801" y2="15000"/>
                        <a14:foregroundMark x1="16801" y1="15000" x2="25403" y2="70152"/>
                        <a14:foregroundMark x1="25403" y1="70152" x2="16801" y2="87273"/>
                        <a14:foregroundMark x1="16801" y1="87273" x2="26075" y2="76818"/>
                        <a14:foregroundMark x1="26075" y1="76818" x2="41667" y2="87879"/>
                        <a14:foregroundMark x1="41667" y1="87879" x2="55780" y2="89697"/>
                        <a14:foregroundMark x1="55780" y1="89697" x2="70027" y2="78939"/>
                        <a14:foregroundMark x1="70027" y1="78939" x2="87231" y2="85000"/>
                        <a14:foregroundMark x1="87231" y1="85000" x2="91801" y2="77727"/>
                        <a14:foregroundMark x1="45027" y1="4242" x2="45027" y2="4242"/>
                        <a14:foregroundMark x1="5511" y1="77424" x2="5511" y2="77424"/>
                        <a14:foregroundMark x1="96774" y1="78333" x2="96774" y2="78333"/>
                        <a14:foregroundMark x1="47446" y1="26364" x2="47446" y2="26364"/>
                        <a14:foregroundMark x1="36156" y1="24242" x2="36156" y2="24242"/>
                        <a14:foregroundMark x1="31317" y1="22576" x2="36828" y2="34848"/>
                        <a14:foregroundMark x1="36828" y1="34848" x2="36962" y2="35152"/>
                        <a14:foregroundMark x1="76613" y1="24697" x2="51075" y2="53333"/>
                        <a14:foregroundMark x1="54032" y1="39091" x2="57661" y2="52121"/>
                        <a14:foregroundMark x1="57661" y1="52121" x2="67473" y2="46667"/>
                        <a14:foregroundMark x1="67473" y1="46667" x2="68011" y2="45455"/>
                        <a14:foregroundMark x1="50269" y1="95000" x2="50269" y2="95000"/>
                        <a14:foregroundMark x1="74731" y1="38636" x2="74731" y2="38636"/>
                      </a14:backgroundRemoval>
                    </a14:imgEffect>
                  </a14:imgLayer>
                </a14:imgProps>
              </a:ext>
            </a:extLst>
          </a:blip>
          <a:stretch>
            <a:fillRect/>
          </a:stretch>
        </p:blipFill>
        <p:spPr>
          <a:xfrm>
            <a:off x="6270901" y="4101800"/>
            <a:ext cx="1040845" cy="923330"/>
          </a:xfrm>
          <a:prstGeom prst="rect">
            <a:avLst/>
          </a:prstGeom>
        </p:spPr>
      </p:pic>
      <p:pic>
        <p:nvPicPr>
          <p:cNvPr id="3" name="Picture 2" descr="A logo with a maple leaf&#10;&#10;AI-generated content may be incorrect.">
            <a:extLst>
              <a:ext uri="{FF2B5EF4-FFF2-40B4-BE49-F238E27FC236}">
                <a16:creationId xmlns:a16="http://schemas.microsoft.com/office/drawing/2014/main" id="{10480886-1D70-448A-AB6C-54B2D9AD637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60976" y="5391094"/>
            <a:ext cx="972000" cy="972000"/>
          </a:xfrm>
          <a:prstGeom prst="ellipse">
            <a:avLst/>
          </a:prstGeom>
        </p:spPr>
      </p:pic>
      <p:pic>
        <p:nvPicPr>
          <p:cNvPr id="15" name="Picture 14">
            <a:extLst>
              <a:ext uri="{FF2B5EF4-FFF2-40B4-BE49-F238E27FC236}">
                <a16:creationId xmlns:a16="http://schemas.microsoft.com/office/drawing/2014/main" id="{88416750-3447-9CC3-1CBD-11B56A215857}"/>
              </a:ext>
            </a:extLst>
          </p:cNvPr>
          <p:cNvPicPr>
            <a:picLocks noChangeAspect="1"/>
          </p:cNvPicPr>
          <p:nvPr/>
        </p:nvPicPr>
        <p:blipFill>
          <a:blip r:embed="rId12">
            <a:extLst>
              <a:ext uri="{28A0092B-C50C-407E-A947-70E740481C1C}">
                <a14:useLocalDpi xmlns:a14="http://schemas.microsoft.com/office/drawing/2010/main" val="0"/>
              </a:ext>
            </a:extLst>
          </a:blip>
          <a:srcRect l="24945" t="3661" r="25507" b="4588"/>
          <a:stretch>
            <a:fillRect/>
          </a:stretch>
        </p:blipFill>
        <p:spPr>
          <a:xfrm>
            <a:off x="6309811" y="5316000"/>
            <a:ext cx="963023" cy="972000"/>
          </a:xfrm>
          <a:prstGeom prst="rect">
            <a:avLst/>
          </a:prstGeom>
        </p:spPr>
      </p:pic>
    </p:spTree>
    <p:extLst>
      <p:ext uri="{BB962C8B-B14F-4D97-AF65-F5344CB8AC3E}">
        <p14:creationId xmlns:p14="http://schemas.microsoft.com/office/powerpoint/2010/main" val="874399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63625-78EA-AFE2-4689-39B2875B5832}"/>
              </a:ext>
            </a:extLst>
          </p:cNvPr>
          <p:cNvSpPr>
            <a:spLocks noGrp="1"/>
          </p:cNvSpPr>
          <p:nvPr>
            <p:ph type="title"/>
          </p:nvPr>
        </p:nvSpPr>
        <p:spPr/>
        <p:txBody>
          <a:bodyPr/>
          <a:lstStyle/>
          <a:p>
            <a:r>
              <a:rPr lang="en-US" dirty="0">
                <a:latin typeface="Orbitron ExtraBold" pitchFamily="2" charset="0"/>
              </a:rPr>
              <a:t>Design elements</a:t>
            </a:r>
            <a:endParaRPr lang="en-CA" dirty="0">
              <a:latin typeface="Orbitron ExtraBold" pitchFamily="2" charset="0"/>
            </a:endParaRPr>
          </a:p>
        </p:txBody>
      </p:sp>
      <p:sp>
        <p:nvSpPr>
          <p:cNvPr id="3" name="Content Placeholder 2">
            <a:extLst>
              <a:ext uri="{FF2B5EF4-FFF2-40B4-BE49-F238E27FC236}">
                <a16:creationId xmlns:a16="http://schemas.microsoft.com/office/drawing/2014/main" id="{DCE11563-A896-075C-45CE-4D00347DAA57}"/>
              </a:ext>
            </a:extLst>
          </p:cNvPr>
          <p:cNvSpPr>
            <a:spLocks noGrp="1"/>
          </p:cNvSpPr>
          <p:nvPr>
            <p:ph idx="1"/>
          </p:nvPr>
        </p:nvSpPr>
        <p:spPr/>
        <p:txBody>
          <a:bodyPr>
            <a:normAutofit/>
          </a:bodyPr>
          <a:lstStyle/>
          <a:p>
            <a:r>
              <a:rPr lang="en-US" sz="2000" dirty="0">
                <a:latin typeface="Orbitron" pitchFamily="2" charset="0"/>
              </a:rPr>
              <a:t>Font printed text: </a:t>
            </a:r>
            <a:r>
              <a:rPr lang="en-US" sz="2000" dirty="0" err="1">
                <a:latin typeface="Orbitron" pitchFamily="2" charset="0"/>
              </a:rPr>
              <a:t>Orbitron</a:t>
            </a:r>
            <a:r>
              <a:rPr lang="en-US" sz="2000" dirty="0">
                <a:latin typeface="Orbitron" pitchFamily="2" charset="0"/>
              </a:rPr>
              <a:t> </a:t>
            </a:r>
            <a:r>
              <a:rPr lang="en-US" sz="2000" dirty="0">
                <a:latin typeface="Orbitron" pitchFamily="2" charset="0"/>
                <a:hlinkClick r:id="rId2"/>
              </a:rPr>
              <a:t>https://fonts.google.com/specimen/Orbitron</a:t>
            </a:r>
            <a:endParaRPr lang="en-US" sz="2000" dirty="0">
              <a:latin typeface="Orbitron" pitchFamily="2" charset="0"/>
            </a:endParaRPr>
          </a:p>
          <a:p>
            <a:r>
              <a:rPr lang="en-US" sz="2000" dirty="0">
                <a:latin typeface="Dreaming Outloud Pro" panose="03050502040302030504" pitchFamily="66" charset="0"/>
                <a:cs typeface="Dreaming Outloud Pro" panose="03050502040302030504" pitchFamily="66" charset="0"/>
              </a:rPr>
              <a:t>Font handwritten: Dreaming Outloud Pro</a:t>
            </a:r>
          </a:p>
          <a:p>
            <a:r>
              <a:rPr lang="en-US" sz="2000" dirty="0">
                <a:latin typeface="Times New Roman" panose="02020603050405020304" pitchFamily="18" charset="0"/>
                <a:cs typeface="Times New Roman" panose="02020603050405020304" pitchFamily="18" charset="0"/>
              </a:rPr>
              <a:t>Corporate “EVIL” font: Times New Roman</a:t>
            </a:r>
          </a:p>
          <a:p>
            <a:r>
              <a:rPr lang="en-US" sz="2000" dirty="0">
                <a:latin typeface="DownCity" pitchFamily="50" charset="0"/>
                <a:cs typeface="Times New Roman" panose="02020603050405020304" pitchFamily="18" charset="0"/>
              </a:rPr>
              <a:t>Corporate “EVIL” font 2: Down City: </a:t>
            </a:r>
            <a:r>
              <a:rPr lang="en-US" sz="2000" dirty="0">
                <a:latin typeface="DownCity" pitchFamily="50" charset="0"/>
                <a:cs typeface="Times New Roman" panose="02020603050405020304" pitchFamily="18" charset="0"/>
                <a:hlinkClick r:id="rId3"/>
              </a:rPr>
              <a:t>https://www.fontspace.com/downcity-font-f15115</a:t>
            </a:r>
            <a:r>
              <a:rPr lang="en-US" sz="2000" dirty="0">
                <a:latin typeface="DownCity" pitchFamily="50" charset="0"/>
                <a:cs typeface="Times New Roman" panose="02020603050405020304" pitchFamily="18" charset="0"/>
              </a:rPr>
              <a:t> </a:t>
            </a:r>
          </a:p>
          <a:p>
            <a:r>
              <a:rPr lang="en-US" sz="2000" dirty="0">
                <a:latin typeface="Aptos Mono" panose="020B0009020202020204" pitchFamily="49" charset="0"/>
                <a:cs typeface="Times New Roman" panose="02020603050405020304" pitchFamily="18" charset="0"/>
              </a:rPr>
              <a:t>Receipt font: Aptos Mono </a:t>
            </a:r>
          </a:p>
          <a:p>
            <a:r>
              <a:rPr lang="en-US" sz="2000" dirty="0" err="1">
                <a:latin typeface="Orbitron" pitchFamily="2" charset="0"/>
                <a:cs typeface="Dreaming Outloud Pro" panose="03050502040302030504" pitchFamily="66" charset="0"/>
              </a:rPr>
              <a:t>Colour</a:t>
            </a:r>
            <a:r>
              <a:rPr lang="en-US" sz="2000" dirty="0">
                <a:latin typeface="Orbitron" pitchFamily="2" charset="0"/>
                <a:cs typeface="Dreaming Outloud Pro" panose="03050502040302030504" pitchFamily="66" charset="0"/>
              </a:rPr>
              <a:t> Scheme: </a:t>
            </a:r>
          </a:p>
          <a:p>
            <a:endParaRPr lang="en-CA" sz="2000" dirty="0">
              <a:latin typeface="Orbitron" pitchFamily="2" charset="0"/>
            </a:endParaRPr>
          </a:p>
        </p:txBody>
      </p:sp>
      <p:sp>
        <p:nvSpPr>
          <p:cNvPr id="8" name="Rectangle 7">
            <a:extLst>
              <a:ext uri="{FF2B5EF4-FFF2-40B4-BE49-F238E27FC236}">
                <a16:creationId xmlns:a16="http://schemas.microsoft.com/office/drawing/2014/main" id="{3D6ADDA3-2E6F-647C-98D6-7684B839D625}"/>
              </a:ext>
            </a:extLst>
          </p:cNvPr>
          <p:cNvSpPr/>
          <p:nvPr/>
        </p:nvSpPr>
        <p:spPr>
          <a:xfrm>
            <a:off x="10529703" y="2736520"/>
            <a:ext cx="742520" cy="357510"/>
          </a:xfrm>
          <a:prstGeom prst="rect">
            <a:avLst/>
          </a:prstGeom>
          <a:solidFill>
            <a:srgbClr val="16253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#16253C</a:t>
            </a:r>
          </a:p>
        </p:txBody>
      </p:sp>
      <p:sp>
        <p:nvSpPr>
          <p:cNvPr id="9" name="Rectangle 8">
            <a:extLst>
              <a:ext uri="{FF2B5EF4-FFF2-40B4-BE49-F238E27FC236}">
                <a16:creationId xmlns:a16="http://schemas.microsoft.com/office/drawing/2014/main" id="{091911BA-7DC5-A274-3BA1-47DB05D83511}"/>
              </a:ext>
            </a:extLst>
          </p:cNvPr>
          <p:cNvSpPr/>
          <p:nvPr/>
        </p:nvSpPr>
        <p:spPr>
          <a:xfrm>
            <a:off x="10529703" y="3228967"/>
            <a:ext cx="742520" cy="357510"/>
          </a:xfrm>
          <a:prstGeom prst="rect">
            <a:avLst/>
          </a:prstGeom>
          <a:solidFill>
            <a:srgbClr val="A8442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#A84420</a:t>
            </a:r>
          </a:p>
        </p:txBody>
      </p:sp>
    </p:spTree>
    <p:extLst>
      <p:ext uri="{BB962C8B-B14F-4D97-AF65-F5344CB8AC3E}">
        <p14:creationId xmlns:p14="http://schemas.microsoft.com/office/powerpoint/2010/main" val="3363870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E4E77-6A67-BB14-81A1-460EA3A558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485ED9-0E5B-89BD-D583-1654C3E3FE14}"/>
              </a:ext>
            </a:extLst>
          </p:cNvPr>
          <p:cNvSpPr>
            <a:spLocks noGrp="1"/>
          </p:cNvSpPr>
          <p:nvPr>
            <p:ph type="title"/>
          </p:nvPr>
        </p:nvSpPr>
        <p:spPr/>
        <p:txBody>
          <a:bodyPr/>
          <a:lstStyle/>
          <a:p>
            <a:r>
              <a:rPr lang="en-US" dirty="0">
                <a:latin typeface="Orbitron ExtraBold" pitchFamily="2" charset="0"/>
              </a:rPr>
              <a:t>Crew</a:t>
            </a:r>
            <a:endParaRPr lang="en-CA" dirty="0">
              <a:latin typeface="Orbitron ExtraBold" pitchFamily="2" charset="0"/>
            </a:endParaRPr>
          </a:p>
        </p:txBody>
      </p:sp>
      <p:graphicFrame>
        <p:nvGraphicFramePr>
          <p:cNvPr id="6" name="Content Placeholder 5">
            <a:extLst>
              <a:ext uri="{FF2B5EF4-FFF2-40B4-BE49-F238E27FC236}">
                <a16:creationId xmlns:a16="http://schemas.microsoft.com/office/drawing/2014/main" id="{DF844304-844F-6EAA-C56F-EE6C95FA9530}"/>
              </a:ext>
            </a:extLst>
          </p:cNvPr>
          <p:cNvGraphicFramePr>
            <a:graphicFrameLocks noGrp="1"/>
          </p:cNvGraphicFramePr>
          <p:nvPr>
            <p:ph idx="1"/>
            <p:extLst>
              <p:ext uri="{D42A27DB-BD31-4B8C-83A1-F6EECF244321}">
                <p14:modId xmlns:p14="http://schemas.microsoft.com/office/powerpoint/2010/main" val="2280742897"/>
              </p:ext>
            </p:extLst>
          </p:nvPr>
        </p:nvGraphicFramePr>
        <p:xfrm>
          <a:off x="352424" y="1825625"/>
          <a:ext cx="11553825" cy="4079240"/>
        </p:xfrm>
        <a:graphic>
          <a:graphicData uri="http://schemas.openxmlformats.org/drawingml/2006/table">
            <a:tbl>
              <a:tblPr firstRow="1" bandRow="1">
                <a:tableStyleId>{5C22544A-7EE6-4342-B048-85BDC9FD1C3A}</a:tableStyleId>
              </a:tblPr>
              <a:tblGrid>
                <a:gridCol w="2209801">
                  <a:extLst>
                    <a:ext uri="{9D8B030D-6E8A-4147-A177-3AD203B41FA5}">
                      <a16:colId xmlns:a16="http://schemas.microsoft.com/office/drawing/2014/main" val="3076490117"/>
                    </a:ext>
                  </a:extLst>
                </a:gridCol>
                <a:gridCol w="2200275">
                  <a:extLst>
                    <a:ext uri="{9D8B030D-6E8A-4147-A177-3AD203B41FA5}">
                      <a16:colId xmlns:a16="http://schemas.microsoft.com/office/drawing/2014/main" val="1422937700"/>
                    </a:ext>
                  </a:extLst>
                </a:gridCol>
                <a:gridCol w="1929245">
                  <a:extLst>
                    <a:ext uri="{9D8B030D-6E8A-4147-A177-3AD203B41FA5}">
                      <a16:colId xmlns:a16="http://schemas.microsoft.com/office/drawing/2014/main" val="3743888345"/>
                    </a:ext>
                  </a:extLst>
                </a:gridCol>
                <a:gridCol w="1676400">
                  <a:extLst>
                    <a:ext uri="{9D8B030D-6E8A-4147-A177-3AD203B41FA5}">
                      <a16:colId xmlns:a16="http://schemas.microsoft.com/office/drawing/2014/main" val="1879253057"/>
                    </a:ext>
                  </a:extLst>
                </a:gridCol>
                <a:gridCol w="3538104">
                  <a:extLst>
                    <a:ext uri="{9D8B030D-6E8A-4147-A177-3AD203B41FA5}">
                      <a16:colId xmlns:a16="http://schemas.microsoft.com/office/drawing/2014/main" val="2457451292"/>
                    </a:ext>
                  </a:extLst>
                </a:gridCol>
              </a:tblGrid>
              <a:tr h="370840">
                <a:tc>
                  <a:txBody>
                    <a:bodyPr/>
                    <a:lstStyle/>
                    <a:p>
                      <a:pPr algn="ctr"/>
                      <a:r>
                        <a:rPr lang="en-US" sz="1600" dirty="0">
                          <a:latin typeface="Orbitron" pitchFamily="2" charset="0"/>
                        </a:rPr>
                        <a:t>Role</a:t>
                      </a:r>
                      <a:endParaRPr lang="en-CA" sz="1600" dirty="0">
                        <a:latin typeface="Orbitron" pitchFamily="2" charset="0"/>
                      </a:endParaRPr>
                    </a:p>
                  </a:txBody>
                  <a:tcPr anchor="ctr"/>
                </a:tc>
                <a:tc>
                  <a:txBody>
                    <a:bodyPr/>
                    <a:lstStyle/>
                    <a:p>
                      <a:pPr algn="ctr"/>
                      <a:r>
                        <a:rPr lang="en-US" sz="1600" dirty="0">
                          <a:latin typeface="Orbitron" pitchFamily="2" charset="0"/>
                        </a:rPr>
                        <a:t>Name</a:t>
                      </a:r>
                      <a:endParaRPr lang="en-CA" sz="1600" dirty="0">
                        <a:latin typeface="Orbitron" pitchFamily="2" charset="0"/>
                      </a:endParaRPr>
                    </a:p>
                  </a:txBody>
                  <a:tcPr anchor="ctr"/>
                </a:tc>
                <a:tc>
                  <a:txBody>
                    <a:bodyPr/>
                    <a:lstStyle/>
                    <a:p>
                      <a:pPr algn="ctr"/>
                      <a:r>
                        <a:rPr lang="en-US" sz="1600" dirty="0">
                          <a:latin typeface="Orbitron" pitchFamily="2" charset="0"/>
                        </a:rPr>
                        <a:t>Hometown</a:t>
                      </a:r>
                      <a:endParaRPr lang="en-CA" sz="1600" dirty="0">
                        <a:latin typeface="Orbitron" pitchFamily="2" charset="0"/>
                      </a:endParaRPr>
                    </a:p>
                  </a:txBody>
                  <a:tcPr anchor="ctr"/>
                </a:tc>
                <a:tc>
                  <a:txBody>
                    <a:bodyPr/>
                    <a:lstStyle/>
                    <a:p>
                      <a:pPr algn="ctr"/>
                      <a:r>
                        <a:rPr lang="en-US" sz="1600" dirty="0">
                          <a:latin typeface="Orbitron" pitchFamily="2" charset="0"/>
                        </a:rPr>
                        <a:t>Date of Birth</a:t>
                      </a:r>
                      <a:endParaRPr lang="en-CA" sz="1600" dirty="0">
                        <a:latin typeface="Orbitron" pitchFamily="2" charset="0"/>
                      </a:endParaRPr>
                    </a:p>
                  </a:txBody>
                  <a:tcPr anchor="ctr"/>
                </a:tc>
                <a:tc>
                  <a:txBody>
                    <a:bodyPr/>
                    <a:lstStyle/>
                    <a:p>
                      <a:pPr algn="ctr"/>
                      <a:r>
                        <a:rPr lang="en-US" sz="1600" dirty="0">
                          <a:latin typeface="Orbitron" pitchFamily="2" charset="0"/>
                        </a:rPr>
                        <a:t>Note</a:t>
                      </a:r>
                      <a:endParaRPr lang="en-CA" sz="1600" dirty="0">
                        <a:latin typeface="Orbitron" pitchFamily="2" charset="0"/>
                      </a:endParaRPr>
                    </a:p>
                  </a:txBody>
                  <a:tcPr anchor="ctr"/>
                </a:tc>
                <a:extLst>
                  <a:ext uri="{0D108BD9-81ED-4DB2-BD59-A6C34878D82A}">
                    <a16:rowId xmlns:a16="http://schemas.microsoft.com/office/drawing/2014/main" val="504500723"/>
                  </a:ext>
                </a:extLst>
              </a:tr>
              <a:tr h="370840">
                <a:tc>
                  <a:txBody>
                    <a:bodyPr/>
                    <a:lstStyle/>
                    <a:p>
                      <a:r>
                        <a:rPr lang="en-US" sz="1400" dirty="0">
                          <a:latin typeface="Orbitron" pitchFamily="2" charset="0"/>
                        </a:rPr>
                        <a:t>Commander</a:t>
                      </a:r>
                    </a:p>
                  </a:txBody>
                  <a:tcPr marL="45720" marR="45720" anchor="ctr">
                    <a:solidFill>
                      <a:schemeClr val="tx2">
                        <a:lumMod val="25000"/>
                        <a:lumOff val="75000"/>
                      </a:schemeClr>
                    </a:solidFill>
                  </a:tcPr>
                </a:tc>
                <a:tc>
                  <a:txBody>
                    <a:bodyPr/>
                    <a:lstStyle/>
                    <a:p>
                      <a:r>
                        <a:rPr lang="en-CA" sz="1400" dirty="0">
                          <a:latin typeface="Orbitron" pitchFamily="2" charset="0"/>
                        </a:rPr>
                        <a:t>Dr. Helena Chen</a:t>
                      </a:r>
                    </a:p>
                  </a:txBody>
                  <a:tcPr marL="45720" marR="45720" anchor="ctr">
                    <a:solidFill>
                      <a:schemeClr val="tx2">
                        <a:lumMod val="25000"/>
                        <a:lumOff val="75000"/>
                      </a:schemeClr>
                    </a:solidFill>
                  </a:tcPr>
                </a:tc>
                <a:tc>
                  <a:txBody>
                    <a:bodyPr/>
                    <a:lstStyle/>
                    <a:p>
                      <a:pPr algn="ctr"/>
                      <a:r>
                        <a:rPr lang="en-CA" sz="1400" dirty="0">
                          <a:latin typeface="Orbitron" pitchFamily="2" charset="0"/>
                        </a:rPr>
                        <a:t>Ottawa, ON</a:t>
                      </a:r>
                    </a:p>
                  </a:txBody>
                  <a:tcPr marL="45720" marR="45720" anchor="ctr">
                    <a:solidFill>
                      <a:schemeClr val="tx2">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latin typeface="Orbitron" pitchFamily="2" charset="0"/>
                          <a:ea typeface="+mn-ea"/>
                          <a:cs typeface="+mn-cs"/>
                        </a:rPr>
                        <a:t>1977/12/30</a:t>
                      </a:r>
                    </a:p>
                  </a:txBody>
                  <a:tcPr marL="45720" marR="45720" anchor="ctr">
                    <a:solidFill>
                      <a:schemeClr val="tx2">
                        <a:lumMod val="25000"/>
                        <a:lumOff val="75000"/>
                      </a:schemeClr>
                    </a:solidFill>
                  </a:tcPr>
                </a:tc>
                <a:tc>
                  <a:txBody>
                    <a:bodyPr/>
                    <a:lstStyle/>
                    <a:p>
                      <a:endParaRPr lang="en-CA" sz="1400" dirty="0">
                        <a:latin typeface="Orbitron" pitchFamily="2" charset="0"/>
                      </a:endParaRPr>
                    </a:p>
                  </a:txBody>
                  <a:tcPr marL="45720" marR="45720" anchor="ctr">
                    <a:solidFill>
                      <a:schemeClr val="tx2">
                        <a:lumMod val="25000"/>
                        <a:lumOff val="75000"/>
                      </a:schemeClr>
                    </a:solidFill>
                  </a:tcPr>
                </a:tc>
                <a:extLst>
                  <a:ext uri="{0D108BD9-81ED-4DB2-BD59-A6C34878D82A}">
                    <a16:rowId xmlns:a16="http://schemas.microsoft.com/office/drawing/2014/main" val="995448052"/>
                  </a:ext>
                </a:extLst>
              </a:tr>
              <a:tr h="370840">
                <a:tc>
                  <a:txBody>
                    <a:bodyPr/>
                    <a:lstStyle/>
                    <a:p>
                      <a:r>
                        <a:rPr lang="en-US" sz="1400" dirty="0">
                          <a:latin typeface="Orbitron" pitchFamily="2" charset="0"/>
                        </a:rPr>
                        <a:t>Pilot</a:t>
                      </a:r>
                      <a:endParaRPr lang="en-CA" sz="1400" dirty="0">
                        <a:latin typeface="Orbitron" pitchFamily="2" charset="0"/>
                      </a:endParaRPr>
                    </a:p>
                  </a:txBody>
                  <a:tcPr marL="45720" marR="45720" anchor="ctr">
                    <a:solidFill>
                      <a:schemeClr val="tx2">
                        <a:lumMod val="25000"/>
                        <a:lumOff val="75000"/>
                      </a:schemeClr>
                    </a:solidFill>
                  </a:tcPr>
                </a:tc>
                <a:tc>
                  <a:txBody>
                    <a:bodyPr/>
                    <a:lstStyle/>
                    <a:p>
                      <a:r>
                        <a:rPr lang="en-CA" sz="1400" dirty="0">
                          <a:latin typeface="Orbitron" pitchFamily="2" charset="0"/>
                        </a:rPr>
                        <a:t>Jean Bouchard</a:t>
                      </a:r>
                    </a:p>
                  </a:txBody>
                  <a:tcPr marL="45720" marR="45720" anchor="ctr">
                    <a:solidFill>
                      <a:schemeClr val="tx2">
                        <a:lumMod val="25000"/>
                        <a:lumOff val="75000"/>
                      </a:schemeClr>
                    </a:solidFill>
                  </a:tcPr>
                </a:tc>
                <a:tc>
                  <a:txBody>
                    <a:bodyPr/>
                    <a:lstStyle/>
                    <a:p>
                      <a:pPr algn="ctr"/>
                      <a:r>
                        <a:rPr lang="en-CA" sz="1400" dirty="0">
                          <a:latin typeface="Orbitron" pitchFamily="2" charset="0"/>
                        </a:rPr>
                        <a:t>Moncton, NB</a:t>
                      </a:r>
                    </a:p>
                  </a:txBody>
                  <a:tcPr marL="45720" marR="45720" anchor="ctr">
                    <a:solidFill>
                      <a:schemeClr val="tx2">
                        <a:lumMod val="25000"/>
                        <a:lumOff val="75000"/>
                      </a:schemeClr>
                    </a:solidFill>
                  </a:tcPr>
                </a:tc>
                <a:tc>
                  <a:txBody>
                    <a:bodyPr/>
                    <a:lstStyle/>
                    <a:p>
                      <a:pPr algn="ctr"/>
                      <a:endParaRPr lang="en-CA" sz="1400" dirty="0">
                        <a:latin typeface="Orbitron" pitchFamily="2" charset="0"/>
                      </a:endParaRPr>
                    </a:p>
                  </a:txBody>
                  <a:tcPr marL="45720" marR="45720" anchor="ctr">
                    <a:solidFill>
                      <a:schemeClr val="tx2">
                        <a:lumMod val="25000"/>
                        <a:lumOff val="75000"/>
                      </a:schemeClr>
                    </a:solidFill>
                  </a:tcPr>
                </a:tc>
                <a:tc>
                  <a:txBody>
                    <a:bodyPr/>
                    <a:lstStyle/>
                    <a:p>
                      <a:endParaRPr lang="en-CA" sz="1400">
                        <a:latin typeface="Orbitron" pitchFamily="2" charset="0"/>
                      </a:endParaRPr>
                    </a:p>
                  </a:txBody>
                  <a:tcPr marL="45720" marR="45720" anchor="ctr">
                    <a:solidFill>
                      <a:schemeClr val="tx2">
                        <a:lumMod val="25000"/>
                        <a:lumOff val="75000"/>
                      </a:schemeClr>
                    </a:solidFill>
                  </a:tcPr>
                </a:tc>
                <a:extLst>
                  <a:ext uri="{0D108BD9-81ED-4DB2-BD59-A6C34878D82A}">
                    <a16:rowId xmlns:a16="http://schemas.microsoft.com/office/drawing/2014/main" val="867795951"/>
                  </a:ext>
                </a:extLst>
              </a:tr>
              <a:tr h="370840">
                <a:tc>
                  <a:txBody>
                    <a:bodyPr/>
                    <a:lstStyle/>
                    <a:p>
                      <a:r>
                        <a:rPr lang="en-US" sz="1400" dirty="0">
                          <a:latin typeface="Orbitron" pitchFamily="2" charset="0"/>
                        </a:rPr>
                        <a:t>Chief Engineer</a:t>
                      </a:r>
                      <a:endParaRPr lang="en-CA" sz="1400" dirty="0">
                        <a:latin typeface="Orbitron" pitchFamily="2" charset="0"/>
                      </a:endParaRPr>
                    </a:p>
                  </a:txBody>
                  <a:tcPr marL="45720" marR="45720" anchor="ctr">
                    <a:solidFill>
                      <a:schemeClr val="tx2">
                        <a:lumMod val="25000"/>
                        <a:lumOff val="75000"/>
                      </a:schemeClr>
                    </a:solidFill>
                  </a:tcPr>
                </a:tc>
                <a:tc>
                  <a:txBody>
                    <a:bodyPr/>
                    <a:lstStyle/>
                    <a:p>
                      <a:r>
                        <a:rPr lang="en-CA" sz="1400" dirty="0">
                          <a:latin typeface="Orbitron" pitchFamily="2" charset="0"/>
                        </a:rPr>
                        <a:t>Alistair Johnson</a:t>
                      </a:r>
                    </a:p>
                  </a:txBody>
                  <a:tcPr marL="45720" marR="45720" anchor="ctr">
                    <a:solidFill>
                      <a:schemeClr val="tx2">
                        <a:lumMod val="25000"/>
                        <a:lumOff val="75000"/>
                      </a:schemeClr>
                    </a:solidFill>
                  </a:tcPr>
                </a:tc>
                <a:tc>
                  <a:txBody>
                    <a:bodyPr/>
                    <a:lstStyle/>
                    <a:p>
                      <a:pPr algn="ctr"/>
                      <a:r>
                        <a:rPr lang="en-CA" sz="1400" dirty="0">
                          <a:latin typeface="Orbitron" pitchFamily="2" charset="0"/>
                        </a:rPr>
                        <a:t>Waco, TX</a:t>
                      </a:r>
                    </a:p>
                  </a:txBody>
                  <a:tcPr marL="45720" marR="45720" anchor="ctr">
                    <a:solidFill>
                      <a:schemeClr val="tx2">
                        <a:lumMod val="25000"/>
                        <a:lumOff val="75000"/>
                      </a:schemeClr>
                    </a:solidFill>
                  </a:tcPr>
                </a:tc>
                <a:tc>
                  <a:txBody>
                    <a:bodyPr/>
                    <a:lstStyle/>
                    <a:p>
                      <a:pPr algn="ctr"/>
                      <a:endParaRPr lang="en-CA" sz="1400" dirty="0">
                        <a:latin typeface="Orbitron" pitchFamily="2" charset="0"/>
                      </a:endParaRPr>
                    </a:p>
                  </a:txBody>
                  <a:tcPr marL="45720" marR="45720" anchor="ctr">
                    <a:solidFill>
                      <a:schemeClr val="tx2">
                        <a:lumMod val="25000"/>
                        <a:lumOff val="75000"/>
                      </a:schemeClr>
                    </a:solidFill>
                  </a:tcPr>
                </a:tc>
                <a:tc>
                  <a:txBody>
                    <a:bodyPr/>
                    <a:lstStyle/>
                    <a:p>
                      <a:r>
                        <a:rPr lang="en-CA" sz="1400" dirty="0">
                          <a:latin typeface="Orbitron" pitchFamily="2" charset="0"/>
                        </a:rPr>
                        <a:t>Traitor</a:t>
                      </a:r>
                    </a:p>
                  </a:txBody>
                  <a:tcPr marL="45720" marR="45720" anchor="ctr">
                    <a:solidFill>
                      <a:schemeClr val="tx2">
                        <a:lumMod val="25000"/>
                        <a:lumOff val="75000"/>
                      </a:schemeClr>
                    </a:solidFill>
                  </a:tcPr>
                </a:tc>
                <a:extLst>
                  <a:ext uri="{0D108BD9-81ED-4DB2-BD59-A6C34878D82A}">
                    <a16:rowId xmlns:a16="http://schemas.microsoft.com/office/drawing/2014/main" val="1749006553"/>
                  </a:ext>
                </a:extLst>
              </a:tr>
              <a:tr h="370840">
                <a:tc>
                  <a:txBody>
                    <a:bodyPr/>
                    <a:lstStyle/>
                    <a:p>
                      <a:r>
                        <a:rPr lang="en-US" sz="1400" dirty="0">
                          <a:latin typeface="Orbitron" pitchFamily="2" charset="0"/>
                        </a:rPr>
                        <a:t>Science Officer</a:t>
                      </a:r>
                      <a:endParaRPr lang="en-CA" sz="1400" dirty="0">
                        <a:latin typeface="Orbitron" pitchFamily="2" charset="0"/>
                      </a:endParaRPr>
                    </a:p>
                  </a:txBody>
                  <a:tcPr marL="45720" marR="45720" anchor="ctr">
                    <a:solidFill>
                      <a:schemeClr val="tx2">
                        <a:lumMod val="25000"/>
                        <a:lumOff val="75000"/>
                      </a:schemeClr>
                    </a:solidFill>
                  </a:tcPr>
                </a:tc>
                <a:tc>
                  <a:txBody>
                    <a:bodyPr/>
                    <a:lstStyle/>
                    <a:p>
                      <a:r>
                        <a:rPr lang="en-CA" sz="1400" dirty="0">
                          <a:latin typeface="Orbitron" pitchFamily="2" charset="0"/>
                        </a:rPr>
                        <a:t>Dr. Sarah Lancaster</a:t>
                      </a:r>
                    </a:p>
                  </a:txBody>
                  <a:tcPr marL="45720" marR="45720" anchor="ctr">
                    <a:solidFill>
                      <a:schemeClr val="tx2">
                        <a:lumMod val="25000"/>
                        <a:lumOff val="75000"/>
                      </a:schemeClr>
                    </a:solidFill>
                  </a:tcPr>
                </a:tc>
                <a:tc>
                  <a:txBody>
                    <a:bodyPr/>
                    <a:lstStyle/>
                    <a:p>
                      <a:pPr algn="ctr"/>
                      <a:r>
                        <a:rPr lang="en-CA" sz="1400" dirty="0">
                          <a:latin typeface="Orbitron" pitchFamily="2" charset="0"/>
                        </a:rPr>
                        <a:t>Victoria, BC</a:t>
                      </a:r>
                    </a:p>
                  </a:txBody>
                  <a:tcPr marL="45720" marR="45720" anchor="ctr">
                    <a:solidFill>
                      <a:schemeClr val="tx2">
                        <a:lumMod val="25000"/>
                        <a:lumOff val="75000"/>
                      </a:schemeClr>
                    </a:solidFill>
                  </a:tcPr>
                </a:tc>
                <a:tc>
                  <a:txBody>
                    <a:bodyPr/>
                    <a:lstStyle/>
                    <a:p>
                      <a:pPr algn="ctr"/>
                      <a:endParaRPr lang="en-CA" sz="1400" dirty="0">
                        <a:latin typeface="Orbitron" pitchFamily="2" charset="0"/>
                      </a:endParaRPr>
                    </a:p>
                  </a:txBody>
                  <a:tcPr marL="45720" marR="45720" anchor="ctr">
                    <a:solidFill>
                      <a:schemeClr val="tx2">
                        <a:lumMod val="25000"/>
                        <a:lumOff val="75000"/>
                      </a:schemeClr>
                    </a:solidFill>
                  </a:tcPr>
                </a:tc>
                <a:tc>
                  <a:txBody>
                    <a:bodyPr/>
                    <a:lstStyle/>
                    <a:p>
                      <a:r>
                        <a:rPr lang="en-CA" sz="1400" dirty="0">
                          <a:latin typeface="Orbitron" pitchFamily="2" charset="0"/>
                        </a:rPr>
                        <a:t>Player’s character</a:t>
                      </a:r>
                    </a:p>
                  </a:txBody>
                  <a:tcPr marL="45720" marR="45720" anchor="ctr">
                    <a:solidFill>
                      <a:schemeClr val="tx2">
                        <a:lumMod val="25000"/>
                        <a:lumOff val="75000"/>
                      </a:schemeClr>
                    </a:solidFill>
                  </a:tcPr>
                </a:tc>
                <a:extLst>
                  <a:ext uri="{0D108BD9-81ED-4DB2-BD59-A6C34878D82A}">
                    <a16:rowId xmlns:a16="http://schemas.microsoft.com/office/drawing/2014/main" val="2237541130"/>
                  </a:ext>
                </a:extLst>
              </a:tr>
              <a:tr h="370840">
                <a:tc>
                  <a:txBody>
                    <a:bodyPr/>
                    <a:lstStyle/>
                    <a:p>
                      <a:r>
                        <a:rPr lang="en-US" sz="1400" dirty="0">
                          <a:latin typeface="Orbitron" pitchFamily="2" charset="0"/>
                        </a:rPr>
                        <a:t>Medical Officer</a:t>
                      </a:r>
                      <a:endParaRPr lang="en-CA" sz="1400" dirty="0">
                        <a:latin typeface="Orbitron" pitchFamily="2" charset="0"/>
                      </a:endParaRPr>
                    </a:p>
                  </a:txBody>
                  <a:tcPr marL="45720" marR="45720" anchor="ctr">
                    <a:solidFill>
                      <a:schemeClr val="tx2">
                        <a:lumMod val="25000"/>
                        <a:lumOff val="75000"/>
                      </a:schemeClr>
                    </a:solidFill>
                  </a:tcPr>
                </a:tc>
                <a:tc>
                  <a:txBody>
                    <a:bodyPr/>
                    <a:lstStyle/>
                    <a:p>
                      <a:r>
                        <a:rPr lang="en-CA" sz="1400" dirty="0">
                          <a:latin typeface="Orbitron" pitchFamily="2" charset="0"/>
                        </a:rPr>
                        <a:t>Dr. Yuki Nakamura</a:t>
                      </a:r>
                    </a:p>
                  </a:txBody>
                  <a:tcPr marL="45720" marR="45720" anchor="ctr">
                    <a:solidFill>
                      <a:schemeClr val="tx2">
                        <a:lumMod val="25000"/>
                        <a:lumOff val="75000"/>
                      </a:schemeClr>
                    </a:solidFill>
                  </a:tcPr>
                </a:tc>
                <a:tc>
                  <a:txBody>
                    <a:bodyPr/>
                    <a:lstStyle/>
                    <a:p>
                      <a:pPr algn="ctr"/>
                      <a:r>
                        <a:rPr lang="en-CA" sz="1400" dirty="0">
                          <a:latin typeface="Orbitron" pitchFamily="2" charset="0"/>
                        </a:rPr>
                        <a:t>Vancouver, BC</a:t>
                      </a:r>
                    </a:p>
                  </a:txBody>
                  <a:tcPr marL="45720" marR="45720" anchor="ctr">
                    <a:solidFill>
                      <a:schemeClr val="tx2">
                        <a:lumMod val="25000"/>
                        <a:lumOff val="75000"/>
                      </a:schemeClr>
                    </a:solidFill>
                  </a:tcPr>
                </a:tc>
                <a:tc>
                  <a:txBody>
                    <a:bodyPr/>
                    <a:lstStyle/>
                    <a:p>
                      <a:pPr algn="ctr"/>
                      <a:endParaRPr lang="en-CA" sz="1400" dirty="0">
                        <a:latin typeface="Orbitron" pitchFamily="2" charset="0"/>
                      </a:endParaRPr>
                    </a:p>
                  </a:txBody>
                  <a:tcPr marL="45720" marR="45720" anchor="ctr">
                    <a:solidFill>
                      <a:schemeClr val="tx2">
                        <a:lumMod val="25000"/>
                        <a:lumOff val="75000"/>
                      </a:schemeClr>
                    </a:solidFill>
                  </a:tcPr>
                </a:tc>
                <a:tc>
                  <a:txBody>
                    <a:bodyPr/>
                    <a:lstStyle/>
                    <a:p>
                      <a:endParaRPr lang="en-CA" sz="1400" dirty="0">
                        <a:latin typeface="Orbitron" pitchFamily="2" charset="0"/>
                      </a:endParaRPr>
                    </a:p>
                  </a:txBody>
                  <a:tcPr marL="45720" marR="45720" anchor="ctr">
                    <a:solidFill>
                      <a:schemeClr val="tx2">
                        <a:lumMod val="25000"/>
                        <a:lumOff val="75000"/>
                      </a:schemeClr>
                    </a:solidFill>
                  </a:tcPr>
                </a:tc>
                <a:extLst>
                  <a:ext uri="{0D108BD9-81ED-4DB2-BD59-A6C34878D82A}">
                    <a16:rowId xmlns:a16="http://schemas.microsoft.com/office/drawing/2014/main" val="3146264739"/>
                  </a:ext>
                </a:extLst>
              </a:tr>
              <a:tr h="370840">
                <a:tc>
                  <a:txBody>
                    <a:bodyPr/>
                    <a:lstStyle/>
                    <a:p>
                      <a:r>
                        <a:rPr lang="en-US" sz="1400" dirty="0">
                          <a:latin typeface="Orbitron" pitchFamily="2" charset="0"/>
                        </a:rPr>
                        <a:t>Mission Specialist</a:t>
                      </a:r>
                      <a:endParaRPr lang="en-CA" sz="1400" dirty="0">
                        <a:latin typeface="Orbitron" pitchFamily="2" charset="0"/>
                      </a:endParaRPr>
                    </a:p>
                  </a:txBody>
                  <a:tcPr marL="45720" marR="45720" anchor="ctr">
                    <a:solidFill>
                      <a:schemeClr val="tx2">
                        <a:lumMod val="25000"/>
                        <a:lumOff val="75000"/>
                      </a:schemeClr>
                    </a:solidFill>
                  </a:tcPr>
                </a:tc>
                <a:tc>
                  <a:txBody>
                    <a:bodyPr/>
                    <a:lstStyle/>
                    <a:p>
                      <a:r>
                        <a:rPr lang="en-CA" sz="1400" dirty="0">
                          <a:latin typeface="Orbitron" pitchFamily="2" charset="0"/>
                        </a:rPr>
                        <a:t>Anika Johansson</a:t>
                      </a:r>
                    </a:p>
                  </a:txBody>
                  <a:tcPr marL="45720" marR="45720" anchor="ctr">
                    <a:solidFill>
                      <a:schemeClr val="tx2">
                        <a:lumMod val="25000"/>
                        <a:lumOff val="75000"/>
                      </a:schemeClr>
                    </a:solidFill>
                  </a:tcPr>
                </a:tc>
                <a:tc>
                  <a:txBody>
                    <a:bodyPr/>
                    <a:lstStyle/>
                    <a:p>
                      <a:pPr algn="ctr"/>
                      <a:r>
                        <a:rPr lang="en-CA" sz="1400" dirty="0">
                          <a:latin typeface="Orbitron" pitchFamily="2" charset="0"/>
                        </a:rPr>
                        <a:t>Regina, SK</a:t>
                      </a:r>
                    </a:p>
                  </a:txBody>
                  <a:tcPr marL="45720" marR="45720" anchor="ctr">
                    <a:solidFill>
                      <a:schemeClr val="tx2">
                        <a:lumMod val="25000"/>
                        <a:lumOff val="75000"/>
                      </a:schemeClr>
                    </a:solidFill>
                  </a:tcPr>
                </a:tc>
                <a:tc>
                  <a:txBody>
                    <a:bodyPr/>
                    <a:lstStyle/>
                    <a:p>
                      <a:pPr algn="ctr"/>
                      <a:endParaRPr lang="en-CA" sz="1400" dirty="0">
                        <a:latin typeface="Orbitron" pitchFamily="2" charset="0"/>
                      </a:endParaRPr>
                    </a:p>
                  </a:txBody>
                  <a:tcPr marL="45720" marR="45720" anchor="ctr">
                    <a:solidFill>
                      <a:schemeClr val="tx2">
                        <a:lumMod val="25000"/>
                        <a:lumOff val="75000"/>
                      </a:schemeClr>
                    </a:solidFill>
                  </a:tcPr>
                </a:tc>
                <a:tc>
                  <a:txBody>
                    <a:bodyPr/>
                    <a:lstStyle/>
                    <a:p>
                      <a:endParaRPr lang="en-CA" sz="1400" dirty="0">
                        <a:latin typeface="Orbitron" pitchFamily="2" charset="0"/>
                      </a:endParaRPr>
                    </a:p>
                  </a:txBody>
                  <a:tcPr marL="45720" marR="45720" anchor="ctr">
                    <a:solidFill>
                      <a:schemeClr val="tx2">
                        <a:lumMod val="25000"/>
                        <a:lumOff val="75000"/>
                      </a:schemeClr>
                    </a:solidFill>
                  </a:tcPr>
                </a:tc>
                <a:extLst>
                  <a:ext uri="{0D108BD9-81ED-4DB2-BD59-A6C34878D82A}">
                    <a16:rowId xmlns:a16="http://schemas.microsoft.com/office/drawing/2014/main" val="1236705650"/>
                  </a:ext>
                </a:extLst>
              </a:tr>
              <a:tr h="370840">
                <a:tc>
                  <a:txBody>
                    <a:bodyPr/>
                    <a:lstStyle/>
                    <a:p>
                      <a:r>
                        <a:rPr lang="en-US" sz="1400" dirty="0">
                          <a:latin typeface="Orbitron" pitchFamily="2" charset="0"/>
                        </a:rPr>
                        <a:t>Flight Director</a:t>
                      </a:r>
                      <a:endParaRPr lang="en-CA" sz="1400" dirty="0">
                        <a:latin typeface="Orbitron" pitchFamily="2" charset="0"/>
                      </a:endParaRPr>
                    </a:p>
                  </a:txBody>
                  <a:tcPr marL="45720" marR="45720" anchor="ctr">
                    <a:solidFill>
                      <a:schemeClr val="accent2">
                        <a:lumMod val="40000"/>
                        <a:lumOff val="60000"/>
                      </a:schemeClr>
                    </a:solidFill>
                  </a:tcPr>
                </a:tc>
                <a:tc>
                  <a:txBody>
                    <a:bodyPr/>
                    <a:lstStyle/>
                    <a:p>
                      <a:r>
                        <a:rPr lang="en-CA" sz="1400" dirty="0">
                          <a:latin typeface="Orbitron" pitchFamily="2" charset="0"/>
                        </a:rPr>
                        <a:t>Gilles Ouellet</a:t>
                      </a:r>
                    </a:p>
                  </a:txBody>
                  <a:tcPr marL="45720" marR="45720" anchor="ctr">
                    <a:solidFill>
                      <a:schemeClr val="accent2">
                        <a:lumMod val="40000"/>
                        <a:lumOff val="60000"/>
                      </a:schemeClr>
                    </a:solidFill>
                  </a:tcPr>
                </a:tc>
                <a:tc>
                  <a:txBody>
                    <a:bodyPr/>
                    <a:lstStyle/>
                    <a:p>
                      <a:pPr algn="ctr"/>
                      <a:r>
                        <a:rPr lang="en-CA" sz="1400" dirty="0">
                          <a:latin typeface="Orbitron" pitchFamily="2" charset="0"/>
                        </a:rPr>
                        <a:t>Montreal, QC</a:t>
                      </a:r>
                    </a:p>
                  </a:txBody>
                  <a:tcPr marL="45720" marR="45720" anchor="ctr">
                    <a:solidFill>
                      <a:schemeClr val="accent2">
                        <a:lumMod val="40000"/>
                        <a:lumOff val="60000"/>
                      </a:schemeClr>
                    </a:solidFill>
                  </a:tcPr>
                </a:tc>
                <a:tc>
                  <a:txBody>
                    <a:bodyPr/>
                    <a:lstStyle/>
                    <a:p>
                      <a:pPr algn="ctr"/>
                      <a:endParaRPr lang="en-CA" sz="1400">
                        <a:latin typeface="Orbitron" pitchFamily="2" charset="0"/>
                      </a:endParaRPr>
                    </a:p>
                  </a:txBody>
                  <a:tcPr marL="45720" marR="45720" anchor="ctr">
                    <a:solidFill>
                      <a:schemeClr val="accent2">
                        <a:lumMod val="40000"/>
                        <a:lumOff val="60000"/>
                      </a:schemeClr>
                    </a:solidFill>
                  </a:tcPr>
                </a:tc>
                <a:tc>
                  <a:txBody>
                    <a:bodyPr/>
                    <a:lstStyle/>
                    <a:p>
                      <a:endParaRPr lang="en-CA" sz="1400" dirty="0">
                        <a:latin typeface="Orbitron" pitchFamily="2"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2529993387"/>
                  </a:ext>
                </a:extLst>
              </a:tr>
              <a:tr h="370840">
                <a:tc>
                  <a:txBody>
                    <a:bodyPr/>
                    <a:lstStyle/>
                    <a:p>
                      <a:r>
                        <a:rPr lang="en-US" sz="1400" dirty="0">
                          <a:latin typeface="Orbitron" pitchFamily="2" charset="0"/>
                        </a:rPr>
                        <a:t>Science Specialist</a:t>
                      </a:r>
                      <a:endParaRPr lang="en-CA" sz="1400" dirty="0">
                        <a:latin typeface="Orbitron" pitchFamily="2" charset="0"/>
                      </a:endParaRPr>
                    </a:p>
                  </a:txBody>
                  <a:tcPr marL="45720" marR="45720" anchor="ctr">
                    <a:solidFill>
                      <a:schemeClr val="accent2">
                        <a:lumMod val="40000"/>
                        <a:lumOff val="60000"/>
                      </a:schemeClr>
                    </a:solidFill>
                  </a:tcPr>
                </a:tc>
                <a:tc>
                  <a:txBody>
                    <a:bodyPr/>
                    <a:lstStyle/>
                    <a:p>
                      <a:r>
                        <a:rPr lang="en-CA" sz="1400" dirty="0">
                          <a:latin typeface="Orbitron" pitchFamily="2" charset="0"/>
                        </a:rPr>
                        <a:t>Dr. George Leavitt</a:t>
                      </a:r>
                    </a:p>
                  </a:txBody>
                  <a:tcPr marL="45720" marR="45720" anchor="ctr">
                    <a:solidFill>
                      <a:schemeClr val="accent2">
                        <a:lumMod val="40000"/>
                        <a:lumOff val="60000"/>
                      </a:schemeClr>
                    </a:solidFill>
                  </a:tcPr>
                </a:tc>
                <a:tc>
                  <a:txBody>
                    <a:bodyPr/>
                    <a:lstStyle/>
                    <a:p>
                      <a:pPr algn="ctr"/>
                      <a:r>
                        <a:rPr lang="en-CA" sz="1400" dirty="0">
                          <a:latin typeface="Orbitron" pitchFamily="2" charset="0"/>
                        </a:rPr>
                        <a:t>Calgary, AB</a:t>
                      </a:r>
                    </a:p>
                  </a:txBody>
                  <a:tcPr marL="45720" marR="45720" anchor="ctr">
                    <a:solidFill>
                      <a:schemeClr val="accent2">
                        <a:lumMod val="40000"/>
                        <a:lumOff val="60000"/>
                      </a:schemeClr>
                    </a:solidFill>
                  </a:tcPr>
                </a:tc>
                <a:tc>
                  <a:txBody>
                    <a:bodyPr/>
                    <a:lstStyle/>
                    <a:p>
                      <a:pPr algn="ctr"/>
                      <a:endParaRPr lang="en-CA" sz="1400">
                        <a:latin typeface="Orbitron" pitchFamily="2" charset="0"/>
                      </a:endParaRPr>
                    </a:p>
                  </a:txBody>
                  <a:tcPr marL="45720" marR="45720" anchor="ctr">
                    <a:solidFill>
                      <a:schemeClr val="accent2">
                        <a:lumMod val="40000"/>
                        <a:lumOff val="60000"/>
                      </a:schemeClr>
                    </a:solidFill>
                  </a:tcPr>
                </a:tc>
                <a:tc>
                  <a:txBody>
                    <a:bodyPr/>
                    <a:lstStyle/>
                    <a:p>
                      <a:endParaRPr lang="en-CA" sz="1400" dirty="0">
                        <a:latin typeface="Orbitron" pitchFamily="2"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3027601665"/>
                  </a:ext>
                </a:extLst>
              </a:tr>
              <a:tr h="370840">
                <a:tc>
                  <a:txBody>
                    <a:bodyPr/>
                    <a:lstStyle/>
                    <a:p>
                      <a:r>
                        <a:rPr lang="en-US" sz="1400" dirty="0">
                          <a:latin typeface="Orbitron" pitchFamily="2" charset="0"/>
                        </a:rPr>
                        <a:t>Flight Surgeon</a:t>
                      </a:r>
                      <a:endParaRPr lang="en-CA" sz="1400" dirty="0">
                        <a:latin typeface="Orbitron" pitchFamily="2" charset="0"/>
                      </a:endParaRPr>
                    </a:p>
                  </a:txBody>
                  <a:tcPr marL="45720" marR="45720" anchor="ctr">
                    <a:solidFill>
                      <a:schemeClr val="accent2">
                        <a:lumMod val="40000"/>
                        <a:lumOff val="60000"/>
                      </a:schemeClr>
                    </a:solidFill>
                  </a:tcPr>
                </a:tc>
                <a:tc>
                  <a:txBody>
                    <a:bodyPr/>
                    <a:lstStyle/>
                    <a:p>
                      <a:r>
                        <a:rPr lang="en-CA" sz="1400" dirty="0">
                          <a:latin typeface="Orbitron" pitchFamily="2" charset="0"/>
                        </a:rPr>
                        <a:t>Dr. Henrik Baird</a:t>
                      </a:r>
                    </a:p>
                  </a:txBody>
                  <a:tcPr marL="45720" marR="45720" anchor="ctr">
                    <a:solidFill>
                      <a:schemeClr val="accent2">
                        <a:lumMod val="40000"/>
                        <a:lumOff val="60000"/>
                      </a:schemeClr>
                    </a:solidFill>
                  </a:tcPr>
                </a:tc>
                <a:tc>
                  <a:txBody>
                    <a:bodyPr/>
                    <a:lstStyle/>
                    <a:p>
                      <a:pPr algn="ctr"/>
                      <a:r>
                        <a:rPr lang="en-CA" sz="1400" dirty="0">
                          <a:latin typeface="Orbitron" pitchFamily="2" charset="0"/>
                        </a:rPr>
                        <a:t>Halifax, NS</a:t>
                      </a:r>
                    </a:p>
                  </a:txBody>
                  <a:tcPr marL="45720" marR="45720" anchor="ctr">
                    <a:solidFill>
                      <a:schemeClr val="accent2">
                        <a:lumMod val="40000"/>
                        <a:lumOff val="60000"/>
                      </a:schemeClr>
                    </a:solidFill>
                  </a:tcPr>
                </a:tc>
                <a:tc>
                  <a:txBody>
                    <a:bodyPr/>
                    <a:lstStyle/>
                    <a:p>
                      <a:pPr algn="ctr"/>
                      <a:endParaRPr lang="en-CA" sz="1400" dirty="0">
                        <a:latin typeface="Orbitron" pitchFamily="2" charset="0"/>
                      </a:endParaRPr>
                    </a:p>
                  </a:txBody>
                  <a:tcPr marL="45720" marR="45720" anchor="ctr">
                    <a:solidFill>
                      <a:schemeClr val="accent2">
                        <a:lumMod val="40000"/>
                        <a:lumOff val="60000"/>
                      </a:schemeClr>
                    </a:solidFill>
                  </a:tcPr>
                </a:tc>
                <a:tc>
                  <a:txBody>
                    <a:bodyPr/>
                    <a:lstStyle/>
                    <a:p>
                      <a:endParaRPr lang="en-CA" sz="1400" dirty="0">
                        <a:latin typeface="Orbitron" pitchFamily="2"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2709302761"/>
                  </a:ext>
                </a:extLst>
              </a:tr>
              <a:tr h="370840">
                <a:tc>
                  <a:txBody>
                    <a:bodyPr/>
                    <a:lstStyle/>
                    <a:p>
                      <a:r>
                        <a:rPr lang="en-US" sz="1400" dirty="0">
                          <a:latin typeface="Orbitron" pitchFamily="2" charset="0"/>
                        </a:rPr>
                        <a:t>Public Affairs Officer</a:t>
                      </a:r>
                      <a:endParaRPr lang="en-CA" sz="1400" dirty="0">
                        <a:latin typeface="Orbitron" pitchFamily="2" charset="0"/>
                      </a:endParaRPr>
                    </a:p>
                  </a:txBody>
                  <a:tcPr marL="45720" marR="45720" anchor="ctr">
                    <a:solidFill>
                      <a:schemeClr val="accent2">
                        <a:lumMod val="40000"/>
                        <a:lumOff val="60000"/>
                      </a:schemeClr>
                    </a:solidFill>
                  </a:tcPr>
                </a:tc>
                <a:tc>
                  <a:txBody>
                    <a:bodyPr/>
                    <a:lstStyle/>
                    <a:p>
                      <a:r>
                        <a:rPr lang="en-CA" sz="1400" dirty="0">
                          <a:latin typeface="Orbitron" pitchFamily="2" charset="0"/>
                        </a:rPr>
                        <a:t>Priya Chandra</a:t>
                      </a:r>
                    </a:p>
                  </a:txBody>
                  <a:tcPr marL="45720" marR="45720" anchor="ctr">
                    <a:solidFill>
                      <a:schemeClr val="accent2">
                        <a:lumMod val="40000"/>
                        <a:lumOff val="60000"/>
                      </a:schemeClr>
                    </a:solidFill>
                  </a:tcPr>
                </a:tc>
                <a:tc>
                  <a:txBody>
                    <a:bodyPr/>
                    <a:lstStyle/>
                    <a:p>
                      <a:pPr algn="ctr"/>
                      <a:r>
                        <a:rPr lang="en-CA" sz="1400" dirty="0">
                          <a:latin typeface="Orbitron" pitchFamily="2" charset="0"/>
                        </a:rPr>
                        <a:t>Toronto, ON</a:t>
                      </a:r>
                    </a:p>
                  </a:txBody>
                  <a:tcPr marL="45720" marR="45720" anchor="ctr">
                    <a:solidFill>
                      <a:schemeClr val="accent2">
                        <a:lumMod val="40000"/>
                        <a:lumOff val="60000"/>
                      </a:schemeClr>
                    </a:solidFill>
                  </a:tcPr>
                </a:tc>
                <a:tc>
                  <a:txBody>
                    <a:bodyPr/>
                    <a:lstStyle/>
                    <a:p>
                      <a:pPr algn="ctr"/>
                      <a:endParaRPr lang="en-CA" sz="1400" dirty="0">
                        <a:latin typeface="Orbitron" pitchFamily="2" charset="0"/>
                      </a:endParaRPr>
                    </a:p>
                  </a:txBody>
                  <a:tcPr marL="45720" marR="45720" anchor="ctr">
                    <a:solidFill>
                      <a:schemeClr val="accent2">
                        <a:lumMod val="40000"/>
                        <a:lumOff val="60000"/>
                      </a:schemeClr>
                    </a:solidFill>
                  </a:tcPr>
                </a:tc>
                <a:tc>
                  <a:txBody>
                    <a:bodyPr/>
                    <a:lstStyle/>
                    <a:p>
                      <a:endParaRPr lang="en-CA" sz="1400" dirty="0">
                        <a:latin typeface="Orbitron" pitchFamily="2" charset="0"/>
                      </a:endParaRPr>
                    </a:p>
                  </a:txBody>
                  <a:tcPr marL="45720" marR="45720" anchor="ctr">
                    <a:solidFill>
                      <a:schemeClr val="accent2">
                        <a:lumMod val="40000"/>
                        <a:lumOff val="60000"/>
                      </a:schemeClr>
                    </a:solidFill>
                  </a:tcPr>
                </a:tc>
                <a:extLst>
                  <a:ext uri="{0D108BD9-81ED-4DB2-BD59-A6C34878D82A}">
                    <a16:rowId xmlns:a16="http://schemas.microsoft.com/office/drawing/2014/main" val="2229195295"/>
                  </a:ext>
                </a:extLst>
              </a:tr>
            </a:tbl>
          </a:graphicData>
        </a:graphic>
      </p:graphicFrame>
    </p:spTree>
    <p:extLst>
      <p:ext uri="{BB962C8B-B14F-4D97-AF65-F5344CB8AC3E}">
        <p14:creationId xmlns:p14="http://schemas.microsoft.com/office/powerpoint/2010/main" val="1204596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E9BEA-DC76-69EE-DD2E-DA81E12FCB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4B3BBB-9015-2CA7-8900-5D6127A84A48}"/>
              </a:ext>
            </a:extLst>
          </p:cNvPr>
          <p:cNvSpPr>
            <a:spLocks noGrp="1"/>
          </p:cNvSpPr>
          <p:nvPr>
            <p:ph type="title"/>
          </p:nvPr>
        </p:nvSpPr>
        <p:spPr>
          <a:ln w="19050">
            <a:solidFill>
              <a:schemeClr val="bg1"/>
            </a:solidFill>
          </a:ln>
        </p:spPr>
        <p:txBody>
          <a:bodyPr/>
          <a:lstStyle/>
          <a:p>
            <a:r>
              <a:rPr lang="en-US" dirty="0">
                <a:latin typeface="Orbitron ExtraBold" pitchFamily="2" charset="0"/>
              </a:rPr>
              <a:t>Crew - New</a:t>
            </a:r>
            <a:endParaRPr lang="en-CA" dirty="0">
              <a:latin typeface="Orbitron ExtraBold" pitchFamily="2" charset="0"/>
            </a:endParaRPr>
          </a:p>
        </p:txBody>
      </p:sp>
      <p:sp>
        <p:nvSpPr>
          <p:cNvPr id="9" name="Rectangle: Rounded Corners 8">
            <a:extLst>
              <a:ext uri="{FF2B5EF4-FFF2-40B4-BE49-F238E27FC236}">
                <a16:creationId xmlns:a16="http://schemas.microsoft.com/office/drawing/2014/main" id="{9A7D38B7-524F-8832-459B-024E2D2D117A}"/>
              </a:ext>
            </a:extLst>
          </p:cNvPr>
          <p:cNvSpPr/>
          <p:nvPr/>
        </p:nvSpPr>
        <p:spPr>
          <a:xfrm rot="5400000">
            <a:off x="19050" y="2073750"/>
            <a:ext cx="3600000" cy="2520000"/>
          </a:xfrm>
          <a:prstGeom prst="roundRect">
            <a:avLst>
              <a:gd name="adj" fmla="val 6462"/>
            </a:avLst>
          </a:prstGeom>
          <a:solidFill>
            <a:srgbClr val="16253C"/>
          </a:solidFill>
          <a:ln>
            <a:solidFill>
              <a:srgbClr val="1625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Rectangle 22">
            <a:extLst>
              <a:ext uri="{FF2B5EF4-FFF2-40B4-BE49-F238E27FC236}">
                <a16:creationId xmlns:a16="http://schemas.microsoft.com/office/drawing/2014/main" id="{A7AE391E-F8FB-E1D7-226A-8A5610E76EE8}"/>
              </a:ext>
            </a:extLst>
          </p:cNvPr>
          <p:cNvSpPr/>
          <p:nvPr/>
        </p:nvSpPr>
        <p:spPr>
          <a:xfrm>
            <a:off x="559050" y="2059749"/>
            <a:ext cx="2520000" cy="2502206"/>
          </a:xfrm>
          <a:prstGeom prst="rect">
            <a:avLst/>
          </a:prstGeom>
          <a:solidFill>
            <a:schemeClr val="bg1"/>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51" name="Picture 50">
            <a:extLst>
              <a:ext uri="{FF2B5EF4-FFF2-40B4-BE49-F238E27FC236}">
                <a16:creationId xmlns:a16="http://schemas.microsoft.com/office/drawing/2014/main" id="{6820D8BE-6B62-8374-C56A-951C490E3E70}"/>
              </a:ext>
            </a:extLst>
          </p:cNvPr>
          <p:cNvPicPr>
            <a:picLocks noChangeAspect="1"/>
          </p:cNvPicPr>
          <p:nvPr/>
        </p:nvPicPr>
        <p:blipFill>
          <a:blip r:embed="rId2">
            <a:extLst>
              <a:ext uri="{28A0092B-C50C-407E-A947-70E740481C1C}">
                <a14:useLocalDpi xmlns:a14="http://schemas.microsoft.com/office/drawing/2010/main" val="0"/>
              </a:ext>
            </a:extLst>
          </a:blip>
          <a:srcRect l="5545" t="3971" r="5545" b="7046"/>
          <a:stretch>
            <a:fillRect/>
          </a:stretch>
        </p:blipFill>
        <p:spPr>
          <a:xfrm>
            <a:off x="675157" y="2142016"/>
            <a:ext cx="913173" cy="1224000"/>
          </a:xfrm>
          <a:custGeom>
            <a:avLst/>
            <a:gdLst>
              <a:gd name="csX0" fmla="*/ 104303 w 4552749"/>
              <a:gd name="csY0" fmla="*/ 0 h 6102418"/>
              <a:gd name="csX1" fmla="*/ 4448446 w 4552749"/>
              <a:gd name="csY1" fmla="*/ 0 h 6102418"/>
              <a:gd name="csX2" fmla="*/ 4552749 w 4552749"/>
              <a:gd name="csY2" fmla="*/ 104303 h 6102418"/>
              <a:gd name="csX3" fmla="*/ 4552749 w 4552749"/>
              <a:gd name="csY3" fmla="*/ 5998115 h 6102418"/>
              <a:gd name="csX4" fmla="*/ 4448446 w 4552749"/>
              <a:gd name="csY4" fmla="*/ 6102418 h 6102418"/>
              <a:gd name="csX5" fmla="*/ 104303 w 4552749"/>
              <a:gd name="csY5" fmla="*/ 6102418 h 6102418"/>
              <a:gd name="csX6" fmla="*/ 0 w 4552749"/>
              <a:gd name="csY6" fmla="*/ 5998115 h 6102418"/>
              <a:gd name="csX7" fmla="*/ 0 w 4552749"/>
              <a:gd name="csY7" fmla="*/ 104303 h 6102418"/>
              <a:gd name="csX8" fmla="*/ 104303 w 4552749"/>
              <a:gd name="csY8" fmla="*/ 0 h 61024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552749" h="6102418">
                <a:moveTo>
                  <a:pt x="104303" y="0"/>
                </a:moveTo>
                <a:lnTo>
                  <a:pt x="4448446" y="0"/>
                </a:lnTo>
                <a:cubicBezTo>
                  <a:pt x="4506051" y="0"/>
                  <a:pt x="4552749" y="46698"/>
                  <a:pt x="4552749" y="104303"/>
                </a:cubicBezTo>
                <a:lnTo>
                  <a:pt x="4552749" y="5998115"/>
                </a:lnTo>
                <a:cubicBezTo>
                  <a:pt x="4552749" y="6055720"/>
                  <a:pt x="4506051" y="6102418"/>
                  <a:pt x="4448446" y="6102418"/>
                </a:cubicBezTo>
                <a:lnTo>
                  <a:pt x="104303" y="6102418"/>
                </a:lnTo>
                <a:cubicBezTo>
                  <a:pt x="46698" y="6102418"/>
                  <a:pt x="0" y="6055720"/>
                  <a:pt x="0" y="5998115"/>
                </a:cubicBezTo>
                <a:lnTo>
                  <a:pt x="0" y="104303"/>
                </a:lnTo>
                <a:cubicBezTo>
                  <a:pt x="0" y="46698"/>
                  <a:pt x="46698" y="0"/>
                  <a:pt x="104303" y="0"/>
                </a:cubicBezTo>
                <a:close/>
              </a:path>
            </a:pathLst>
          </a:custGeom>
          <a:ln w="12700">
            <a:solidFill>
              <a:srgbClr val="01192F"/>
            </a:solidFill>
          </a:ln>
        </p:spPr>
      </p:pic>
      <p:pic>
        <p:nvPicPr>
          <p:cNvPr id="52" name="Picture 51" descr="A logo with a maple leaf&#10;&#10;AI-generated content may be incorrect.">
            <a:extLst>
              <a:ext uri="{FF2B5EF4-FFF2-40B4-BE49-F238E27FC236}">
                <a16:creationId xmlns:a16="http://schemas.microsoft.com/office/drawing/2014/main" id="{CDA688A0-D1AA-BD7C-44C6-DC69635081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202" y="4605820"/>
            <a:ext cx="484064" cy="484064"/>
          </a:xfrm>
          <a:prstGeom prst="ellipse">
            <a:avLst/>
          </a:prstGeom>
        </p:spPr>
      </p:pic>
      <p:pic>
        <p:nvPicPr>
          <p:cNvPr id="53" name="Picture 52">
            <a:extLst>
              <a:ext uri="{FF2B5EF4-FFF2-40B4-BE49-F238E27FC236}">
                <a16:creationId xmlns:a16="http://schemas.microsoft.com/office/drawing/2014/main" id="{D2F7DC0C-BE62-75F0-5480-5E8A42F1239F}"/>
              </a:ext>
            </a:extLst>
          </p:cNvPr>
          <p:cNvPicPr>
            <a:picLocks noChangeAspect="1"/>
          </p:cNvPicPr>
          <p:nvPr/>
        </p:nvPicPr>
        <p:blipFill>
          <a:blip r:embed="rId4">
            <a:extLst>
              <a:ext uri="{28A0092B-C50C-407E-A947-70E740481C1C}">
                <a14:useLocalDpi xmlns:a14="http://schemas.microsoft.com/office/drawing/2010/main" val="0"/>
              </a:ext>
            </a:extLst>
          </a:blip>
          <a:srcRect l="24945" t="3661" r="25507" b="4588"/>
          <a:stretch>
            <a:fillRect/>
          </a:stretch>
        </p:blipFill>
        <p:spPr>
          <a:xfrm>
            <a:off x="2188204" y="1569109"/>
            <a:ext cx="713350" cy="720000"/>
          </a:xfrm>
          <a:prstGeom prst="rect">
            <a:avLst/>
          </a:prstGeom>
        </p:spPr>
      </p:pic>
      <p:sp>
        <p:nvSpPr>
          <p:cNvPr id="56" name="TextBox 55">
            <a:extLst>
              <a:ext uri="{FF2B5EF4-FFF2-40B4-BE49-F238E27FC236}">
                <a16:creationId xmlns:a16="http://schemas.microsoft.com/office/drawing/2014/main" id="{47C7DC07-83C2-9FF8-33DF-6E8B4F1FE517}"/>
              </a:ext>
            </a:extLst>
          </p:cNvPr>
          <p:cNvSpPr txBox="1"/>
          <p:nvPr/>
        </p:nvSpPr>
        <p:spPr>
          <a:xfrm>
            <a:off x="655851" y="1642927"/>
            <a:ext cx="1354858" cy="369332"/>
          </a:xfrm>
          <a:prstGeom prst="rect">
            <a:avLst/>
          </a:prstGeom>
          <a:noFill/>
        </p:spPr>
        <p:txBody>
          <a:bodyPr wrap="none" rtlCol="0">
            <a:spAutoFit/>
          </a:bodyPr>
          <a:lstStyle/>
          <a:p>
            <a:r>
              <a:rPr lang="en-CA" dirty="0">
                <a:solidFill>
                  <a:schemeClr val="bg1"/>
                </a:solidFill>
                <a:latin typeface="Orbitron Medium" pitchFamily="2" charset="0"/>
              </a:rPr>
              <a:t>MPL-001</a:t>
            </a:r>
          </a:p>
        </p:txBody>
      </p:sp>
      <p:sp>
        <p:nvSpPr>
          <p:cNvPr id="57" name="TextBox 56">
            <a:extLst>
              <a:ext uri="{FF2B5EF4-FFF2-40B4-BE49-F238E27FC236}">
                <a16:creationId xmlns:a16="http://schemas.microsoft.com/office/drawing/2014/main" id="{84DA5D7E-02BC-B212-4395-1752488C323F}"/>
              </a:ext>
            </a:extLst>
          </p:cNvPr>
          <p:cNvSpPr txBox="1"/>
          <p:nvPr/>
        </p:nvSpPr>
        <p:spPr>
          <a:xfrm>
            <a:off x="1723224" y="2318093"/>
            <a:ext cx="1258506" cy="577081"/>
          </a:xfrm>
          <a:prstGeom prst="rect">
            <a:avLst/>
          </a:prstGeom>
          <a:noFill/>
        </p:spPr>
        <p:txBody>
          <a:bodyPr wrap="square" lIns="0" tIns="0" rIns="0" bIns="0" rtlCol="0">
            <a:spAutoFit/>
          </a:bodyPr>
          <a:lstStyle/>
          <a:p>
            <a:r>
              <a:rPr lang="en-CA" sz="1200" dirty="0">
                <a:solidFill>
                  <a:srgbClr val="01192F"/>
                </a:solidFill>
                <a:latin typeface="Orbitron ExtraBold" pitchFamily="2" charset="0"/>
              </a:rPr>
              <a:t>DR. HELENA CHEN</a:t>
            </a:r>
          </a:p>
          <a:p>
            <a:endParaRPr lang="en-CA" sz="300" dirty="0">
              <a:solidFill>
                <a:srgbClr val="01192F"/>
              </a:solidFill>
              <a:latin typeface="Orbitron Medium" pitchFamily="2" charset="0"/>
            </a:endParaRPr>
          </a:p>
          <a:p>
            <a:r>
              <a:rPr lang="en-CA" sz="1050" dirty="0">
                <a:solidFill>
                  <a:srgbClr val="C00000"/>
                </a:solidFill>
                <a:latin typeface="Orbitron" pitchFamily="2" charset="0"/>
              </a:rPr>
              <a:t>COMMANDER</a:t>
            </a:r>
            <a:endParaRPr lang="en-CA" sz="1400" dirty="0">
              <a:solidFill>
                <a:srgbClr val="C00000"/>
              </a:solidFill>
              <a:latin typeface="Orbitron" pitchFamily="2" charset="0"/>
            </a:endParaRPr>
          </a:p>
        </p:txBody>
      </p:sp>
      <p:pic>
        <p:nvPicPr>
          <p:cNvPr id="66" name="Graphic 65" descr="Medical with solid fill">
            <a:extLst>
              <a:ext uri="{FF2B5EF4-FFF2-40B4-BE49-F238E27FC236}">
                <a16:creationId xmlns:a16="http://schemas.microsoft.com/office/drawing/2014/main" id="{A4B7789C-6DC0-AA14-2EEB-8DA2D05803B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66709" y="3613511"/>
            <a:ext cx="288000" cy="288000"/>
          </a:xfrm>
          <a:prstGeom prst="rect">
            <a:avLst/>
          </a:prstGeom>
        </p:spPr>
      </p:pic>
      <p:pic>
        <p:nvPicPr>
          <p:cNvPr id="68" name="Graphic 67" descr="Gauge with solid fill">
            <a:extLst>
              <a:ext uri="{FF2B5EF4-FFF2-40B4-BE49-F238E27FC236}">
                <a16:creationId xmlns:a16="http://schemas.microsoft.com/office/drawing/2014/main" id="{37DE32AD-CE7A-04F6-B675-F8934E74A4F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5851" y="4140725"/>
            <a:ext cx="288000" cy="288000"/>
          </a:xfrm>
          <a:prstGeom prst="rect">
            <a:avLst/>
          </a:prstGeom>
        </p:spPr>
      </p:pic>
      <p:pic>
        <p:nvPicPr>
          <p:cNvPr id="70" name="Graphic 69" descr="Water with solid fill">
            <a:extLst>
              <a:ext uri="{FF2B5EF4-FFF2-40B4-BE49-F238E27FC236}">
                <a16:creationId xmlns:a16="http://schemas.microsoft.com/office/drawing/2014/main" id="{632052A6-011B-434C-5E4B-8F1B6EE07FD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31083" y="3598253"/>
            <a:ext cx="288000" cy="288000"/>
          </a:xfrm>
          <a:prstGeom prst="rect">
            <a:avLst/>
          </a:prstGeom>
        </p:spPr>
      </p:pic>
      <p:pic>
        <p:nvPicPr>
          <p:cNvPr id="72" name="Graphic 71" descr="Daily calendar with solid fill">
            <a:extLst>
              <a:ext uri="{FF2B5EF4-FFF2-40B4-BE49-F238E27FC236}">
                <a16:creationId xmlns:a16="http://schemas.microsoft.com/office/drawing/2014/main" id="{CE574D43-89E4-2093-2546-40881D437E5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866709" y="4149667"/>
            <a:ext cx="288000" cy="288000"/>
          </a:xfrm>
          <a:prstGeom prst="rect">
            <a:avLst/>
          </a:prstGeom>
        </p:spPr>
      </p:pic>
      <p:sp>
        <p:nvSpPr>
          <p:cNvPr id="73" name="TextBox 72">
            <a:extLst>
              <a:ext uri="{FF2B5EF4-FFF2-40B4-BE49-F238E27FC236}">
                <a16:creationId xmlns:a16="http://schemas.microsoft.com/office/drawing/2014/main" id="{744A7364-E597-71C5-F9A6-01D05EEDFEAE}"/>
              </a:ext>
            </a:extLst>
          </p:cNvPr>
          <p:cNvSpPr txBox="1"/>
          <p:nvPr/>
        </p:nvSpPr>
        <p:spPr>
          <a:xfrm>
            <a:off x="1377952" y="4714086"/>
            <a:ext cx="1449436" cy="276999"/>
          </a:xfrm>
          <a:prstGeom prst="rect">
            <a:avLst/>
          </a:prstGeom>
          <a:noFill/>
        </p:spPr>
        <p:txBody>
          <a:bodyPr wrap="none" rtlCol="0">
            <a:spAutoFit/>
          </a:bodyPr>
          <a:lstStyle/>
          <a:p>
            <a:r>
              <a:rPr lang="en-CA" sz="1200" dirty="0">
                <a:solidFill>
                  <a:schemeClr val="bg1"/>
                </a:solidFill>
                <a:latin typeface="Orbitron Medium" pitchFamily="2" charset="0"/>
              </a:rPr>
              <a:t>Station Aurora</a:t>
            </a:r>
          </a:p>
        </p:txBody>
      </p:sp>
      <p:cxnSp>
        <p:nvCxnSpPr>
          <p:cNvPr id="76" name="Straight Connector 75">
            <a:extLst>
              <a:ext uri="{FF2B5EF4-FFF2-40B4-BE49-F238E27FC236}">
                <a16:creationId xmlns:a16="http://schemas.microsoft.com/office/drawing/2014/main" id="{E46A5116-5A61-9CCF-CDE7-3833F4491F8F}"/>
              </a:ext>
            </a:extLst>
          </p:cNvPr>
          <p:cNvCxnSpPr>
            <a:cxnSpLocks/>
          </p:cNvCxnSpPr>
          <p:nvPr/>
        </p:nvCxnSpPr>
        <p:spPr>
          <a:xfrm>
            <a:off x="1818820" y="3521457"/>
            <a:ext cx="0" cy="414181"/>
          </a:xfrm>
          <a:prstGeom prst="line">
            <a:avLst/>
          </a:prstGeom>
          <a:ln w="6350" cap="rnd">
            <a:solidFill>
              <a:schemeClr val="tx2"/>
            </a:solidFill>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17CCAB75-748C-2369-A967-4BDC970AFDA0}"/>
              </a:ext>
            </a:extLst>
          </p:cNvPr>
          <p:cNvCxnSpPr>
            <a:cxnSpLocks/>
          </p:cNvCxnSpPr>
          <p:nvPr/>
        </p:nvCxnSpPr>
        <p:spPr>
          <a:xfrm>
            <a:off x="667427" y="3462941"/>
            <a:ext cx="2329138" cy="0"/>
          </a:xfrm>
          <a:prstGeom prst="line">
            <a:avLst/>
          </a:prstGeom>
          <a:ln w="6350" cap="rnd">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419DAAF5-7280-91A7-991B-D22EEE98C205}"/>
              </a:ext>
            </a:extLst>
          </p:cNvPr>
          <p:cNvCxnSpPr>
            <a:cxnSpLocks/>
          </p:cNvCxnSpPr>
          <p:nvPr/>
        </p:nvCxnSpPr>
        <p:spPr>
          <a:xfrm>
            <a:off x="675157" y="4016548"/>
            <a:ext cx="2329138" cy="0"/>
          </a:xfrm>
          <a:prstGeom prst="line">
            <a:avLst/>
          </a:prstGeom>
          <a:ln w="6350" cap="rnd">
            <a:solidFill>
              <a:schemeClr val="tx2"/>
            </a:solidFill>
          </a:ln>
        </p:spPr>
        <p:style>
          <a:lnRef idx="2">
            <a:schemeClr val="accent1"/>
          </a:lnRef>
          <a:fillRef idx="0">
            <a:schemeClr val="accent1"/>
          </a:fillRef>
          <a:effectRef idx="1">
            <a:schemeClr val="accent1"/>
          </a:effectRef>
          <a:fontRef idx="minor">
            <a:schemeClr val="tx1"/>
          </a:fontRef>
        </p:style>
      </p:cxnSp>
      <p:sp>
        <p:nvSpPr>
          <p:cNvPr id="82" name="TextBox 81">
            <a:extLst>
              <a:ext uri="{FF2B5EF4-FFF2-40B4-BE49-F238E27FC236}">
                <a16:creationId xmlns:a16="http://schemas.microsoft.com/office/drawing/2014/main" id="{22EB4C7D-1192-4799-F0A3-2CF376B3B991}"/>
              </a:ext>
            </a:extLst>
          </p:cNvPr>
          <p:cNvSpPr txBox="1"/>
          <p:nvPr/>
        </p:nvSpPr>
        <p:spPr>
          <a:xfrm>
            <a:off x="919083" y="3589885"/>
            <a:ext cx="948105" cy="317908"/>
          </a:xfrm>
          <a:prstGeom prst="rect">
            <a:avLst/>
          </a:prstGeom>
          <a:noFill/>
        </p:spPr>
        <p:txBody>
          <a:bodyPr wrap="square" lIns="0" tIns="0" rIns="0" bIns="0" rtlCol="0">
            <a:spAutoFit/>
          </a:bodyPr>
          <a:lstStyle/>
          <a:p>
            <a:pPr>
              <a:lnSpc>
                <a:spcPts val="800"/>
              </a:lnSpc>
            </a:pPr>
            <a:r>
              <a:rPr lang="en-CA" sz="800" dirty="0">
                <a:solidFill>
                  <a:srgbClr val="01192F"/>
                </a:solidFill>
                <a:latin typeface="Orbitron" pitchFamily="2" charset="0"/>
              </a:rPr>
              <a:t>Blood type</a:t>
            </a:r>
          </a:p>
          <a:p>
            <a:pPr>
              <a:lnSpc>
                <a:spcPts val="800"/>
              </a:lnSpc>
            </a:pPr>
            <a:endParaRPr lang="en-CA" sz="300" dirty="0">
              <a:solidFill>
                <a:srgbClr val="01192F"/>
              </a:solidFill>
              <a:latin typeface="Orbitron Medium" pitchFamily="2" charset="0"/>
            </a:endParaRPr>
          </a:p>
          <a:p>
            <a:pPr>
              <a:lnSpc>
                <a:spcPts val="800"/>
              </a:lnSpc>
            </a:pPr>
            <a:r>
              <a:rPr lang="en-CA" sz="1200" dirty="0">
                <a:solidFill>
                  <a:srgbClr val="C00000"/>
                </a:solidFill>
                <a:latin typeface="Orbitron ExtraBold" pitchFamily="2" charset="0"/>
              </a:rPr>
              <a:t>  O+</a:t>
            </a:r>
            <a:endParaRPr lang="en-CA" dirty="0">
              <a:solidFill>
                <a:srgbClr val="C00000"/>
              </a:solidFill>
              <a:latin typeface="Orbitron ExtraBold" pitchFamily="2" charset="0"/>
            </a:endParaRPr>
          </a:p>
        </p:txBody>
      </p:sp>
      <p:cxnSp>
        <p:nvCxnSpPr>
          <p:cNvPr id="87" name="Straight Connector 86">
            <a:extLst>
              <a:ext uri="{FF2B5EF4-FFF2-40B4-BE49-F238E27FC236}">
                <a16:creationId xmlns:a16="http://schemas.microsoft.com/office/drawing/2014/main" id="{34333569-53BD-5E4D-25E1-5E13102EC39D}"/>
              </a:ext>
            </a:extLst>
          </p:cNvPr>
          <p:cNvCxnSpPr>
            <a:cxnSpLocks/>
          </p:cNvCxnSpPr>
          <p:nvPr/>
        </p:nvCxnSpPr>
        <p:spPr>
          <a:xfrm>
            <a:off x="1723224" y="2993055"/>
            <a:ext cx="1258506" cy="0"/>
          </a:xfrm>
          <a:prstGeom prst="line">
            <a:avLst/>
          </a:prstGeom>
          <a:solidFill>
            <a:srgbClr val="C00000"/>
          </a:solidFill>
          <a:ln w="12700" cap="flat">
            <a:solidFill>
              <a:srgbClr val="C00000"/>
            </a:solidFill>
            <a:prstDash val="solid"/>
            <a:miter/>
          </a:ln>
        </p:spPr>
        <p:style>
          <a:lnRef idx="2">
            <a:schemeClr val="accent1"/>
          </a:lnRef>
          <a:fillRef idx="0">
            <a:schemeClr val="accent1"/>
          </a:fillRef>
          <a:effectRef idx="1">
            <a:schemeClr val="accent1"/>
          </a:effectRef>
          <a:fontRef idx="minor">
            <a:schemeClr val="tx1"/>
          </a:fontRef>
        </p:style>
      </p:cxnSp>
      <p:sp>
        <p:nvSpPr>
          <p:cNvPr id="90" name="Oval 89">
            <a:extLst>
              <a:ext uri="{FF2B5EF4-FFF2-40B4-BE49-F238E27FC236}">
                <a16:creationId xmlns:a16="http://schemas.microsoft.com/office/drawing/2014/main" id="{26DA7504-A5D4-3B7A-A132-2D5531B36E00}"/>
              </a:ext>
            </a:extLst>
          </p:cNvPr>
          <p:cNvSpPr/>
          <p:nvPr/>
        </p:nvSpPr>
        <p:spPr>
          <a:xfrm>
            <a:off x="2227860" y="2873702"/>
            <a:ext cx="252000" cy="25200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59" name="Graphic 58" descr="Maple Leaf with solid fill">
            <a:extLst>
              <a:ext uri="{FF2B5EF4-FFF2-40B4-BE49-F238E27FC236}">
                <a16:creationId xmlns:a16="http://schemas.microsoft.com/office/drawing/2014/main" id="{D378AC57-FAA2-02B5-0759-65B7108A29F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267914" y="2903055"/>
            <a:ext cx="180000" cy="180000"/>
          </a:xfrm>
          <a:prstGeom prst="rect">
            <a:avLst/>
          </a:prstGeom>
        </p:spPr>
      </p:pic>
      <p:pic>
        <p:nvPicPr>
          <p:cNvPr id="1026" name="Picture 2">
            <a:extLst>
              <a:ext uri="{FF2B5EF4-FFF2-40B4-BE49-F238E27FC236}">
                <a16:creationId xmlns:a16="http://schemas.microsoft.com/office/drawing/2014/main" id="{0D06BCCC-264B-1F65-3F0A-75551CD85A95}"/>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6191" t="8170" r="7184" b="37110"/>
          <a:stretch>
            <a:fillRect/>
          </a:stretch>
        </p:blipFill>
        <p:spPr bwMode="auto">
          <a:xfrm>
            <a:off x="1912890" y="3088049"/>
            <a:ext cx="841599" cy="260612"/>
          </a:xfrm>
          <a:prstGeom prst="rect">
            <a:avLst/>
          </a:prstGeom>
          <a:noFill/>
          <a:extLst>
            <a:ext uri="{909E8E84-426E-40DD-AFC4-6F175D3DCCD1}">
              <a14:hiddenFill xmlns:a14="http://schemas.microsoft.com/office/drawing/2010/main">
                <a:solidFill>
                  <a:srgbClr val="FFFFFF"/>
                </a:solidFill>
              </a14:hiddenFill>
            </a:ext>
          </a:extLst>
        </p:spPr>
      </p:pic>
      <p:cxnSp>
        <p:nvCxnSpPr>
          <p:cNvPr id="95" name="Straight Connector 94">
            <a:extLst>
              <a:ext uri="{FF2B5EF4-FFF2-40B4-BE49-F238E27FC236}">
                <a16:creationId xmlns:a16="http://schemas.microsoft.com/office/drawing/2014/main" id="{E7B5F760-8C6E-DC92-281F-1A686F4332E2}"/>
              </a:ext>
            </a:extLst>
          </p:cNvPr>
          <p:cNvCxnSpPr>
            <a:cxnSpLocks/>
          </p:cNvCxnSpPr>
          <p:nvPr/>
        </p:nvCxnSpPr>
        <p:spPr>
          <a:xfrm>
            <a:off x="1818820" y="4088820"/>
            <a:ext cx="0" cy="414181"/>
          </a:xfrm>
          <a:prstGeom prst="line">
            <a:avLst/>
          </a:prstGeom>
          <a:ln w="6350" cap="rnd">
            <a:solidFill>
              <a:schemeClr val="tx2"/>
            </a:solidFill>
          </a:ln>
        </p:spPr>
        <p:style>
          <a:lnRef idx="2">
            <a:schemeClr val="accent1"/>
          </a:lnRef>
          <a:fillRef idx="0">
            <a:schemeClr val="accent1"/>
          </a:fillRef>
          <a:effectRef idx="1">
            <a:schemeClr val="accent1"/>
          </a:effectRef>
          <a:fontRef idx="minor">
            <a:schemeClr val="tx1"/>
          </a:fontRef>
        </p:style>
      </p:cxnSp>
      <p:sp>
        <p:nvSpPr>
          <p:cNvPr id="96" name="TextBox 95">
            <a:extLst>
              <a:ext uri="{FF2B5EF4-FFF2-40B4-BE49-F238E27FC236}">
                <a16:creationId xmlns:a16="http://schemas.microsoft.com/office/drawing/2014/main" id="{91E561C6-A7BD-AAAF-5576-7E7023AF654B}"/>
              </a:ext>
            </a:extLst>
          </p:cNvPr>
          <p:cNvSpPr txBox="1"/>
          <p:nvPr/>
        </p:nvSpPr>
        <p:spPr>
          <a:xfrm>
            <a:off x="2155188" y="3583603"/>
            <a:ext cx="948105" cy="317908"/>
          </a:xfrm>
          <a:prstGeom prst="rect">
            <a:avLst/>
          </a:prstGeom>
          <a:noFill/>
        </p:spPr>
        <p:txBody>
          <a:bodyPr wrap="square" lIns="0" tIns="0" rIns="0" bIns="0" rtlCol="0">
            <a:spAutoFit/>
          </a:bodyPr>
          <a:lstStyle/>
          <a:p>
            <a:pPr>
              <a:lnSpc>
                <a:spcPts val="800"/>
              </a:lnSpc>
            </a:pPr>
            <a:r>
              <a:rPr lang="en-CA" sz="800" dirty="0">
                <a:solidFill>
                  <a:srgbClr val="01192F"/>
                </a:solidFill>
                <a:latin typeface="Orbitron" pitchFamily="2" charset="0"/>
              </a:rPr>
              <a:t>Allergies</a:t>
            </a:r>
            <a:endParaRPr lang="en-CA" sz="900" dirty="0">
              <a:solidFill>
                <a:srgbClr val="01192F"/>
              </a:solidFill>
              <a:latin typeface="Orbitron" pitchFamily="2" charset="0"/>
            </a:endParaRPr>
          </a:p>
          <a:p>
            <a:pPr>
              <a:lnSpc>
                <a:spcPts val="800"/>
              </a:lnSpc>
            </a:pPr>
            <a:endParaRPr lang="en-CA" sz="300" dirty="0">
              <a:solidFill>
                <a:srgbClr val="01192F"/>
              </a:solidFill>
              <a:latin typeface="Orbitron Medium" pitchFamily="2" charset="0"/>
            </a:endParaRPr>
          </a:p>
          <a:p>
            <a:pPr>
              <a:lnSpc>
                <a:spcPts val="800"/>
              </a:lnSpc>
            </a:pPr>
            <a:r>
              <a:rPr lang="en-CA" sz="1200" dirty="0">
                <a:solidFill>
                  <a:srgbClr val="C00000"/>
                </a:solidFill>
                <a:latin typeface="Orbitron ExtraBold" pitchFamily="2" charset="0"/>
              </a:rPr>
              <a:t>  </a:t>
            </a:r>
            <a:r>
              <a:rPr lang="en-CA" sz="1100" dirty="0">
                <a:solidFill>
                  <a:srgbClr val="C00000"/>
                </a:solidFill>
                <a:latin typeface="Orbitron ExtraBold" pitchFamily="2" charset="0"/>
              </a:rPr>
              <a:t>None</a:t>
            </a:r>
            <a:endParaRPr lang="en-CA" dirty="0">
              <a:solidFill>
                <a:srgbClr val="C00000"/>
              </a:solidFill>
              <a:latin typeface="Orbitron ExtraBold" pitchFamily="2" charset="0"/>
            </a:endParaRPr>
          </a:p>
        </p:txBody>
      </p:sp>
      <p:sp>
        <p:nvSpPr>
          <p:cNvPr id="98" name="TextBox 97">
            <a:extLst>
              <a:ext uri="{FF2B5EF4-FFF2-40B4-BE49-F238E27FC236}">
                <a16:creationId xmlns:a16="http://schemas.microsoft.com/office/drawing/2014/main" id="{7C9C9A82-E4FE-A07F-5F03-529E63A24DB2}"/>
              </a:ext>
            </a:extLst>
          </p:cNvPr>
          <p:cNvSpPr txBox="1"/>
          <p:nvPr/>
        </p:nvSpPr>
        <p:spPr>
          <a:xfrm>
            <a:off x="919083" y="4114351"/>
            <a:ext cx="948105" cy="317908"/>
          </a:xfrm>
          <a:prstGeom prst="rect">
            <a:avLst/>
          </a:prstGeom>
          <a:noFill/>
        </p:spPr>
        <p:txBody>
          <a:bodyPr wrap="square" lIns="0" tIns="0" rIns="0" bIns="0" rtlCol="0">
            <a:spAutoFit/>
          </a:bodyPr>
          <a:lstStyle/>
          <a:p>
            <a:pPr>
              <a:lnSpc>
                <a:spcPts val="800"/>
              </a:lnSpc>
            </a:pPr>
            <a:r>
              <a:rPr lang="en-CA" sz="800" dirty="0">
                <a:solidFill>
                  <a:srgbClr val="01192F"/>
                </a:solidFill>
                <a:latin typeface="Orbitron" pitchFamily="2" charset="0"/>
              </a:rPr>
              <a:t>Gravity Rating</a:t>
            </a:r>
          </a:p>
          <a:p>
            <a:pPr>
              <a:lnSpc>
                <a:spcPts val="800"/>
              </a:lnSpc>
            </a:pPr>
            <a:endParaRPr lang="en-CA" sz="300" dirty="0">
              <a:solidFill>
                <a:srgbClr val="01192F"/>
              </a:solidFill>
              <a:latin typeface="Orbitron Medium" pitchFamily="2" charset="0"/>
            </a:endParaRPr>
          </a:p>
          <a:p>
            <a:pPr>
              <a:lnSpc>
                <a:spcPts val="800"/>
              </a:lnSpc>
            </a:pPr>
            <a:r>
              <a:rPr lang="en-CA" sz="1200" dirty="0">
                <a:solidFill>
                  <a:srgbClr val="C00000"/>
                </a:solidFill>
                <a:latin typeface="Orbitron ExtraBold" pitchFamily="2" charset="0"/>
              </a:rPr>
              <a:t>  6.4 G</a:t>
            </a:r>
            <a:endParaRPr lang="en-CA" dirty="0">
              <a:solidFill>
                <a:srgbClr val="C00000"/>
              </a:solidFill>
              <a:latin typeface="Orbitron ExtraBold" pitchFamily="2" charset="0"/>
            </a:endParaRPr>
          </a:p>
        </p:txBody>
      </p:sp>
      <p:sp>
        <p:nvSpPr>
          <p:cNvPr id="99" name="TextBox 98">
            <a:extLst>
              <a:ext uri="{FF2B5EF4-FFF2-40B4-BE49-F238E27FC236}">
                <a16:creationId xmlns:a16="http://schemas.microsoft.com/office/drawing/2014/main" id="{F1540120-A20B-9D09-7C23-41BBAFC77BC5}"/>
              </a:ext>
            </a:extLst>
          </p:cNvPr>
          <p:cNvSpPr txBox="1"/>
          <p:nvPr/>
        </p:nvSpPr>
        <p:spPr>
          <a:xfrm>
            <a:off x="2154709" y="4112602"/>
            <a:ext cx="1021141" cy="317908"/>
          </a:xfrm>
          <a:prstGeom prst="rect">
            <a:avLst/>
          </a:prstGeom>
          <a:noFill/>
        </p:spPr>
        <p:txBody>
          <a:bodyPr wrap="square" lIns="0" tIns="0" rIns="0" bIns="0" rtlCol="0">
            <a:spAutoFit/>
          </a:bodyPr>
          <a:lstStyle/>
          <a:p>
            <a:pPr>
              <a:lnSpc>
                <a:spcPts val="800"/>
              </a:lnSpc>
            </a:pPr>
            <a:r>
              <a:rPr lang="en-CA" sz="800" dirty="0">
                <a:solidFill>
                  <a:srgbClr val="01192F"/>
                </a:solidFill>
                <a:latin typeface="Orbitron" pitchFamily="2" charset="0"/>
              </a:rPr>
              <a:t>Date of birth</a:t>
            </a:r>
            <a:endParaRPr lang="en-CA" sz="900" dirty="0">
              <a:solidFill>
                <a:srgbClr val="01192F"/>
              </a:solidFill>
              <a:latin typeface="Orbitron" pitchFamily="2" charset="0"/>
            </a:endParaRPr>
          </a:p>
          <a:p>
            <a:pPr>
              <a:lnSpc>
                <a:spcPts val="800"/>
              </a:lnSpc>
            </a:pPr>
            <a:endParaRPr lang="en-CA" sz="300" dirty="0">
              <a:solidFill>
                <a:srgbClr val="01192F"/>
              </a:solidFill>
              <a:latin typeface="Orbitron Medium" pitchFamily="2" charset="0"/>
            </a:endParaRPr>
          </a:p>
          <a:p>
            <a:pPr>
              <a:lnSpc>
                <a:spcPts val="800"/>
              </a:lnSpc>
            </a:pPr>
            <a:r>
              <a:rPr lang="en-CA" sz="1000" dirty="0">
                <a:solidFill>
                  <a:srgbClr val="C00000"/>
                </a:solidFill>
                <a:latin typeface="Orbitron ExtraBold" pitchFamily="2" charset="0"/>
              </a:rPr>
              <a:t> 12/30/1973</a:t>
            </a:r>
            <a:endParaRPr lang="en-CA" dirty="0">
              <a:solidFill>
                <a:srgbClr val="C00000"/>
              </a:solidFill>
              <a:latin typeface="Orbitron ExtraBold" pitchFamily="2" charset="0"/>
            </a:endParaRPr>
          </a:p>
        </p:txBody>
      </p:sp>
    </p:spTree>
    <p:extLst>
      <p:ext uri="{BB962C8B-B14F-4D97-AF65-F5344CB8AC3E}">
        <p14:creationId xmlns:p14="http://schemas.microsoft.com/office/powerpoint/2010/main" val="3788628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E0635-B428-C072-4B9C-8F694921FA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6A33C2-156F-B217-6EC6-604676986CBC}"/>
              </a:ext>
            </a:extLst>
          </p:cNvPr>
          <p:cNvSpPr>
            <a:spLocks noGrp="1"/>
          </p:cNvSpPr>
          <p:nvPr>
            <p:ph type="title"/>
          </p:nvPr>
        </p:nvSpPr>
        <p:spPr>
          <a:ln w="19050">
            <a:solidFill>
              <a:schemeClr val="bg1"/>
            </a:solidFill>
          </a:ln>
        </p:spPr>
        <p:txBody>
          <a:bodyPr/>
          <a:lstStyle/>
          <a:p>
            <a:r>
              <a:rPr lang="en-US" dirty="0">
                <a:latin typeface="Orbitron ExtraBold" pitchFamily="2" charset="0"/>
              </a:rPr>
              <a:t>Crew - New</a:t>
            </a:r>
            <a:endParaRPr lang="en-CA" dirty="0">
              <a:latin typeface="Orbitron ExtraBold" pitchFamily="2" charset="0"/>
            </a:endParaRPr>
          </a:p>
        </p:txBody>
      </p:sp>
      <p:sp>
        <p:nvSpPr>
          <p:cNvPr id="6" name="Rectangle: Rounded Corners 5">
            <a:extLst>
              <a:ext uri="{FF2B5EF4-FFF2-40B4-BE49-F238E27FC236}">
                <a16:creationId xmlns:a16="http://schemas.microsoft.com/office/drawing/2014/main" id="{F0552CD7-8BE0-04EC-EDCA-D3018077F1FE}"/>
              </a:ext>
            </a:extLst>
          </p:cNvPr>
          <p:cNvSpPr/>
          <p:nvPr/>
        </p:nvSpPr>
        <p:spPr>
          <a:xfrm>
            <a:off x="828000" y="1690688"/>
            <a:ext cx="2520000" cy="3600000"/>
          </a:xfrm>
          <a:prstGeom prst="roundRect">
            <a:avLst/>
          </a:prstGeom>
          <a:solidFill>
            <a:srgbClr val="16253C"/>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Freeform: Shape 14">
            <a:extLst>
              <a:ext uri="{FF2B5EF4-FFF2-40B4-BE49-F238E27FC236}">
                <a16:creationId xmlns:a16="http://schemas.microsoft.com/office/drawing/2014/main" id="{9EC9C024-DA33-8DAA-83F1-5FF56AC67427}"/>
              </a:ext>
            </a:extLst>
          </p:cNvPr>
          <p:cNvSpPr/>
          <p:nvPr/>
        </p:nvSpPr>
        <p:spPr>
          <a:xfrm>
            <a:off x="828000" y="1690688"/>
            <a:ext cx="2520000" cy="1103538"/>
          </a:xfrm>
          <a:custGeom>
            <a:avLst/>
            <a:gdLst>
              <a:gd name="csX0" fmla="*/ 420008 w 2520000"/>
              <a:gd name="csY0" fmla="*/ 0 h 1103538"/>
              <a:gd name="csX1" fmla="*/ 2099992 w 2520000"/>
              <a:gd name="csY1" fmla="*/ 0 h 1103538"/>
              <a:gd name="csX2" fmla="*/ 2520000 w 2520000"/>
              <a:gd name="csY2" fmla="*/ 420008 h 1103538"/>
              <a:gd name="csX3" fmla="*/ 2520000 w 2520000"/>
              <a:gd name="csY3" fmla="*/ 1103538 h 1103538"/>
              <a:gd name="csX4" fmla="*/ 0 w 2520000"/>
              <a:gd name="csY4" fmla="*/ 1103538 h 1103538"/>
              <a:gd name="csX5" fmla="*/ 0 w 2520000"/>
              <a:gd name="csY5" fmla="*/ 420008 h 1103538"/>
              <a:gd name="csX6" fmla="*/ 420008 w 2520000"/>
              <a:gd name="csY6" fmla="*/ 0 h 110353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20000" h="1103538">
                <a:moveTo>
                  <a:pt x="420008" y="0"/>
                </a:moveTo>
                <a:lnTo>
                  <a:pt x="2099992" y="0"/>
                </a:lnTo>
                <a:cubicBezTo>
                  <a:pt x="2331956" y="0"/>
                  <a:pt x="2520000" y="188044"/>
                  <a:pt x="2520000" y="420008"/>
                </a:cubicBezTo>
                <a:lnTo>
                  <a:pt x="2520000" y="1103538"/>
                </a:lnTo>
                <a:lnTo>
                  <a:pt x="0" y="1103538"/>
                </a:lnTo>
                <a:lnTo>
                  <a:pt x="0" y="420008"/>
                </a:lnTo>
                <a:cubicBezTo>
                  <a:pt x="0" y="188044"/>
                  <a:pt x="188044" y="0"/>
                  <a:pt x="420008" y="0"/>
                </a:cubicBezTo>
                <a:close/>
              </a:path>
            </a:pathLst>
          </a:custGeom>
          <a:solidFill>
            <a:srgbClr val="A8442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a:p>
        </p:txBody>
      </p:sp>
      <p:pic>
        <p:nvPicPr>
          <p:cNvPr id="11" name="Picture 10" descr="A logo with a maple leaf&#10;&#10;AI-generated content may be incorrect.">
            <a:extLst>
              <a:ext uri="{FF2B5EF4-FFF2-40B4-BE49-F238E27FC236}">
                <a16:creationId xmlns:a16="http://schemas.microsoft.com/office/drawing/2014/main" id="{4BD5193D-CE57-AFC8-6D7F-59788D9608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7246" y="1846550"/>
            <a:ext cx="780256" cy="780256"/>
          </a:xfrm>
          <a:prstGeom prst="ellipse">
            <a:avLst/>
          </a:prstGeom>
        </p:spPr>
      </p:pic>
      <p:sp>
        <p:nvSpPr>
          <p:cNvPr id="16" name="TextBox 15">
            <a:extLst>
              <a:ext uri="{FF2B5EF4-FFF2-40B4-BE49-F238E27FC236}">
                <a16:creationId xmlns:a16="http://schemas.microsoft.com/office/drawing/2014/main" id="{14681970-2B63-FA60-AF12-EEB595D2C62F}"/>
              </a:ext>
            </a:extLst>
          </p:cNvPr>
          <p:cNvSpPr txBox="1"/>
          <p:nvPr/>
        </p:nvSpPr>
        <p:spPr>
          <a:xfrm>
            <a:off x="836276" y="3389695"/>
            <a:ext cx="2520000" cy="830997"/>
          </a:xfrm>
          <a:prstGeom prst="rect">
            <a:avLst/>
          </a:prstGeom>
          <a:noFill/>
        </p:spPr>
        <p:txBody>
          <a:bodyPr wrap="square" rtlCol="0">
            <a:spAutoFit/>
          </a:bodyPr>
          <a:lstStyle/>
          <a:p>
            <a:pPr algn="ctr"/>
            <a:r>
              <a:rPr lang="en-US" sz="2400" dirty="0">
                <a:solidFill>
                  <a:schemeClr val="bg1"/>
                </a:solidFill>
                <a:latin typeface="Orbitron ExtraBold" pitchFamily="2" charset="0"/>
                <a:cs typeface="Dreaming Outloud Pro" panose="03050502040302030504" pitchFamily="66" charset="0"/>
              </a:rPr>
              <a:t>Dr. Helena Chen </a:t>
            </a:r>
          </a:p>
        </p:txBody>
      </p:sp>
      <p:cxnSp>
        <p:nvCxnSpPr>
          <p:cNvPr id="22" name="Straight Connector 21">
            <a:extLst>
              <a:ext uri="{FF2B5EF4-FFF2-40B4-BE49-F238E27FC236}">
                <a16:creationId xmlns:a16="http://schemas.microsoft.com/office/drawing/2014/main" id="{6B6A5FD8-8879-13AC-86DF-DCA3EDA3B07B}"/>
              </a:ext>
            </a:extLst>
          </p:cNvPr>
          <p:cNvCxnSpPr>
            <a:cxnSpLocks/>
            <a:endCxn id="15" idx="3"/>
          </p:cNvCxnSpPr>
          <p:nvPr/>
        </p:nvCxnSpPr>
        <p:spPr>
          <a:xfrm>
            <a:off x="828000" y="2794226"/>
            <a:ext cx="252000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58CD69A6-B0E3-4C17-2B3B-3CEA6637DA2D}"/>
              </a:ext>
            </a:extLst>
          </p:cNvPr>
          <p:cNvSpPr txBox="1"/>
          <p:nvPr/>
        </p:nvSpPr>
        <p:spPr>
          <a:xfrm>
            <a:off x="834352" y="2782669"/>
            <a:ext cx="1325563" cy="523220"/>
          </a:xfrm>
          <a:prstGeom prst="rect">
            <a:avLst/>
          </a:prstGeom>
          <a:noFill/>
        </p:spPr>
        <p:txBody>
          <a:bodyPr wrap="square" rtlCol="0">
            <a:spAutoFit/>
          </a:bodyPr>
          <a:lstStyle/>
          <a:p>
            <a:pPr algn="ctr"/>
            <a:r>
              <a:rPr lang="en-US" sz="1400" dirty="0">
                <a:solidFill>
                  <a:schemeClr val="bg1"/>
                </a:solidFill>
                <a:latin typeface="Orbitron" pitchFamily="2" charset="0"/>
                <a:cs typeface="Dreaming Outloud Pro" panose="03050502040302030504" pitchFamily="66" charset="0"/>
              </a:rPr>
              <a:t>Captain</a:t>
            </a:r>
          </a:p>
          <a:p>
            <a:pPr algn="ctr"/>
            <a:r>
              <a:rPr lang="en-US" sz="1400" dirty="0">
                <a:solidFill>
                  <a:schemeClr val="bg1"/>
                </a:solidFill>
                <a:latin typeface="Orbitron" pitchFamily="2" charset="0"/>
                <a:cs typeface="Dreaming Outloud Pro" panose="03050502040302030504" pitchFamily="66" charset="0"/>
              </a:rPr>
              <a:t>Pilot</a:t>
            </a:r>
          </a:p>
        </p:txBody>
      </p:sp>
      <p:cxnSp>
        <p:nvCxnSpPr>
          <p:cNvPr id="40" name="Straight Connector 39">
            <a:extLst>
              <a:ext uri="{FF2B5EF4-FFF2-40B4-BE49-F238E27FC236}">
                <a16:creationId xmlns:a16="http://schemas.microsoft.com/office/drawing/2014/main" id="{B3C4E98E-8E10-7448-0F2B-ED4B6372EDEB}"/>
              </a:ext>
            </a:extLst>
          </p:cNvPr>
          <p:cNvCxnSpPr/>
          <p:nvPr/>
        </p:nvCxnSpPr>
        <p:spPr>
          <a:xfrm>
            <a:off x="1578890" y="3380884"/>
            <a:ext cx="1080000"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FE31884E-2388-2DDC-E13F-4770238157E9}"/>
              </a:ext>
            </a:extLst>
          </p:cNvPr>
          <p:cNvCxnSpPr/>
          <p:nvPr/>
        </p:nvCxnSpPr>
        <p:spPr>
          <a:xfrm>
            <a:off x="1578890" y="4305926"/>
            <a:ext cx="1080000"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AE236599-108F-538B-536E-5323AC57F95D}"/>
              </a:ext>
            </a:extLst>
          </p:cNvPr>
          <p:cNvSpPr txBox="1"/>
          <p:nvPr/>
        </p:nvSpPr>
        <p:spPr>
          <a:xfrm>
            <a:off x="858890" y="4391161"/>
            <a:ext cx="2497386" cy="738664"/>
          </a:xfrm>
          <a:prstGeom prst="rect">
            <a:avLst/>
          </a:prstGeom>
          <a:noFill/>
        </p:spPr>
        <p:txBody>
          <a:bodyPr wrap="square" rtlCol="0">
            <a:spAutoFit/>
          </a:bodyPr>
          <a:lstStyle/>
          <a:p>
            <a:pPr algn="ctr"/>
            <a:r>
              <a:rPr lang="en-US" sz="1400" dirty="0">
                <a:solidFill>
                  <a:srgbClr val="A84420"/>
                </a:solidFill>
                <a:latin typeface="Orbitron ExtraBold" pitchFamily="2" charset="0"/>
                <a:cs typeface="Dreaming Outloud Pro" panose="03050502040302030504" pitchFamily="66" charset="0"/>
              </a:rPr>
              <a:t>Id: 1259375</a:t>
            </a:r>
          </a:p>
          <a:p>
            <a:pPr algn="ctr"/>
            <a:r>
              <a:rPr lang="en-US" sz="1400" dirty="0">
                <a:solidFill>
                  <a:srgbClr val="A84420"/>
                </a:solidFill>
                <a:latin typeface="Orbitron ExtraBold" pitchFamily="2" charset="0"/>
                <a:cs typeface="Dreaming Outloud Pro" panose="03050502040302030504" pitchFamily="66" charset="0"/>
              </a:rPr>
              <a:t>Ottawa, ON</a:t>
            </a:r>
          </a:p>
          <a:p>
            <a:pPr algn="ctr"/>
            <a:r>
              <a:rPr lang="en-US" sz="1400" dirty="0">
                <a:solidFill>
                  <a:srgbClr val="A84420"/>
                </a:solidFill>
                <a:latin typeface="Orbitron ExtraBold" pitchFamily="2" charset="0"/>
                <a:cs typeface="Dreaming Outloud Pro" panose="03050502040302030504" pitchFamily="66" charset="0"/>
              </a:rPr>
              <a:t>1977/12/30</a:t>
            </a:r>
          </a:p>
        </p:txBody>
      </p:sp>
      <p:sp>
        <p:nvSpPr>
          <p:cNvPr id="9" name="Rectangle: Rounded Corners 8">
            <a:extLst>
              <a:ext uri="{FF2B5EF4-FFF2-40B4-BE49-F238E27FC236}">
                <a16:creationId xmlns:a16="http://schemas.microsoft.com/office/drawing/2014/main" id="{1021326A-7CD4-1D1B-1A2B-41818C660431}"/>
              </a:ext>
            </a:extLst>
          </p:cNvPr>
          <p:cNvSpPr/>
          <p:nvPr/>
        </p:nvSpPr>
        <p:spPr>
          <a:xfrm rot="5400000">
            <a:off x="4772025" y="2169000"/>
            <a:ext cx="3600000" cy="2520000"/>
          </a:xfrm>
          <a:prstGeom prst="roundRect">
            <a:avLst>
              <a:gd name="adj" fmla="val 6462"/>
            </a:avLst>
          </a:prstGeom>
          <a:solidFill>
            <a:srgbClr val="16253C"/>
          </a:solidFill>
          <a:ln>
            <a:solidFill>
              <a:srgbClr val="1625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Rectangle 22">
            <a:extLst>
              <a:ext uri="{FF2B5EF4-FFF2-40B4-BE49-F238E27FC236}">
                <a16:creationId xmlns:a16="http://schemas.microsoft.com/office/drawing/2014/main" id="{48B1FE4B-434E-D56C-A824-F5A056F48184}"/>
              </a:ext>
            </a:extLst>
          </p:cNvPr>
          <p:cNvSpPr/>
          <p:nvPr/>
        </p:nvSpPr>
        <p:spPr>
          <a:xfrm>
            <a:off x="5312025" y="2236677"/>
            <a:ext cx="2520000" cy="215448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43" name="Picture 42">
            <a:extLst>
              <a:ext uri="{FF2B5EF4-FFF2-40B4-BE49-F238E27FC236}">
                <a16:creationId xmlns:a16="http://schemas.microsoft.com/office/drawing/2014/main" id="{16950B59-B12E-E6E1-F6CD-41C3363063E9}"/>
              </a:ext>
            </a:extLst>
          </p:cNvPr>
          <p:cNvPicPr>
            <a:picLocks noChangeAspect="1"/>
          </p:cNvPicPr>
          <p:nvPr/>
        </p:nvPicPr>
        <p:blipFill>
          <a:blip r:embed="rId3">
            <a:extLst>
              <a:ext uri="{28A0092B-C50C-407E-A947-70E740481C1C}">
                <a14:useLocalDpi xmlns:a14="http://schemas.microsoft.com/office/drawing/2010/main" val="0"/>
              </a:ext>
            </a:extLst>
          </a:blip>
          <a:srcRect t="13991" b="4735"/>
          <a:stretch>
            <a:fillRect/>
          </a:stretch>
        </p:blipFill>
        <p:spPr>
          <a:xfrm>
            <a:off x="-2441676" y="2045082"/>
            <a:ext cx="7658100" cy="4149413"/>
          </a:xfrm>
          <a:prstGeom prst="rect">
            <a:avLst/>
          </a:prstGeom>
        </p:spPr>
      </p:pic>
      <p:pic>
        <p:nvPicPr>
          <p:cNvPr id="47" name="Picture 46">
            <a:extLst>
              <a:ext uri="{FF2B5EF4-FFF2-40B4-BE49-F238E27FC236}">
                <a16:creationId xmlns:a16="http://schemas.microsoft.com/office/drawing/2014/main" id="{E8E9062D-1C9D-5EC0-4AAC-5D675198AD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35680" y="0"/>
            <a:ext cx="5120640" cy="6858000"/>
          </a:xfrm>
          <a:prstGeom prst="rect">
            <a:avLst/>
          </a:prstGeom>
        </p:spPr>
      </p:pic>
      <p:sp>
        <p:nvSpPr>
          <p:cNvPr id="48" name="Rectangle: Rounded Corners 47">
            <a:extLst>
              <a:ext uri="{FF2B5EF4-FFF2-40B4-BE49-F238E27FC236}">
                <a16:creationId xmlns:a16="http://schemas.microsoft.com/office/drawing/2014/main" id="{C771B70D-8A71-B4EF-2634-0E20797D1DB6}"/>
              </a:ext>
            </a:extLst>
          </p:cNvPr>
          <p:cNvSpPr/>
          <p:nvPr/>
        </p:nvSpPr>
        <p:spPr>
          <a:xfrm>
            <a:off x="3819625" y="272334"/>
            <a:ext cx="4552749" cy="6102418"/>
          </a:xfrm>
          <a:prstGeom prst="roundRect">
            <a:avLst>
              <a:gd name="adj" fmla="val 229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51" name="Picture 50">
            <a:extLst>
              <a:ext uri="{FF2B5EF4-FFF2-40B4-BE49-F238E27FC236}">
                <a16:creationId xmlns:a16="http://schemas.microsoft.com/office/drawing/2014/main" id="{C0DF76AC-9B83-4B7D-739F-27CF836D7FC5}"/>
              </a:ext>
            </a:extLst>
          </p:cNvPr>
          <p:cNvPicPr>
            <a:picLocks noChangeAspect="1"/>
          </p:cNvPicPr>
          <p:nvPr/>
        </p:nvPicPr>
        <p:blipFill>
          <a:blip r:embed="rId4">
            <a:extLst>
              <a:ext uri="{28A0092B-C50C-407E-A947-70E740481C1C}">
                <a14:useLocalDpi xmlns:a14="http://schemas.microsoft.com/office/drawing/2010/main" val="0"/>
              </a:ext>
            </a:extLst>
          </a:blip>
          <a:srcRect l="5545" t="3971" r="5545" b="7046"/>
          <a:stretch>
            <a:fillRect/>
          </a:stretch>
        </p:blipFill>
        <p:spPr>
          <a:xfrm>
            <a:off x="4780883" y="848373"/>
            <a:ext cx="4552749" cy="6102418"/>
          </a:xfrm>
          <a:custGeom>
            <a:avLst/>
            <a:gdLst>
              <a:gd name="csX0" fmla="*/ 104303 w 4552749"/>
              <a:gd name="csY0" fmla="*/ 0 h 6102418"/>
              <a:gd name="csX1" fmla="*/ 4448446 w 4552749"/>
              <a:gd name="csY1" fmla="*/ 0 h 6102418"/>
              <a:gd name="csX2" fmla="*/ 4552749 w 4552749"/>
              <a:gd name="csY2" fmla="*/ 104303 h 6102418"/>
              <a:gd name="csX3" fmla="*/ 4552749 w 4552749"/>
              <a:gd name="csY3" fmla="*/ 5998115 h 6102418"/>
              <a:gd name="csX4" fmla="*/ 4448446 w 4552749"/>
              <a:gd name="csY4" fmla="*/ 6102418 h 6102418"/>
              <a:gd name="csX5" fmla="*/ 104303 w 4552749"/>
              <a:gd name="csY5" fmla="*/ 6102418 h 6102418"/>
              <a:gd name="csX6" fmla="*/ 0 w 4552749"/>
              <a:gd name="csY6" fmla="*/ 5998115 h 6102418"/>
              <a:gd name="csX7" fmla="*/ 0 w 4552749"/>
              <a:gd name="csY7" fmla="*/ 104303 h 6102418"/>
              <a:gd name="csX8" fmla="*/ 104303 w 4552749"/>
              <a:gd name="csY8" fmla="*/ 0 h 61024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552749" h="6102418">
                <a:moveTo>
                  <a:pt x="104303" y="0"/>
                </a:moveTo>
                <a:lnTo>
                  <a:pt x="4448446" y="0"/>
                </a:lnTo>
                <a:cubicBezTo>
                  <a:pt x="4506051" y="0"/>
                  <a:pt x="4552749" y="46698"/>
                  <a:pt x="4552749" y="104303"/>
                </a:cubicBezTo>
                <a:lnTo>
                  <a:pt x="4552749" y="5998115"/>
                </a:lnTo>
                <a:cubicBezTo>
                  <a:pt x="4552749" y="6055720"/>
                  <a:pt x="4506051" y="6102418"/>
                  <a:pt x="4448446" y="6102418"/>
                </a:cubicBezTo>
                <a:lnTo>
                  <a:pt x="104303" y="6102418"/>
                </a:lnTo>
                <a:cubicBezTo>
                  <a:pt x="46698" y="6102418"/>
                  <a:pt x="0" y="6055720"/>
                  <a:pt x="0" y="5998115"/>
                </a:cubicBezTo>
                <a:lnTo>
                  <a:pt x="0" y="104303"/>
                </a:lnTo>
                <a:cubicBezTo>
                  <a:pt x="0" y="46698"/>
                  <a:pt x="46698" y="0"/>
                  <a:pt x="104303" y="0"/>
                </a:cubicBezTo>
                <a:close/>
              </a:path>
            </a:pathLst>
          </a:custGeom>
        </p:spPr>
      </p:pic>
    </p:spTree>
    <p:extLst>
      <p:ext uri="{BB962C8B-B14F-4D97-AF65-F5344CB8AC3E}">
        <p14:creationId xmlns:p14="http://schemas.microsoft.com/office/powerpoint/2010/main" val="1491290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97D54-12F8-4E1F-2156-00691A9ABD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DD9333-16C4-BC43-B34A-4650E2F21F0D}"/>
              </a:ext>
            </a:extLst>
          </p:cNvPr>
          <p:cNvSpPr>
            <a:spLocks noGrp="1"/>
          </p:cNvSpPr>
          <p:nvPr>
            <p:ph type="title"/>
          </p:nvPr>
        </p:nvSpPr>
        <p:spPr>
          <a:ln w="19050">
            <a:solidFill>
              <a:schemeClr val="bg1"/>
            </a:solidFill>
          </a:ln>
        </p:spPr>
        <p:txBody>
          <a:bodyPr/>
          <a:lstStyle/>
          <a:p>
            <a:r>
              <a:rPr lang="en-US" dirty="0">
                <a:latin typeface="Orbitron ExtraBold" pitchFamily="2" charset="0"/>
              </a:rPr>
              <a:t>Crew</a:t>
            </a:r>
            <a:endParaRPr lang="en-CA" dirty="0">
              <a:latin typeface="Orbitron ExtraBold" pitchFamily="2" charset="0"/>
            </a:endParaRPr>
          </a:p>
        </p:txBody>
      </p:sp>
      <p:sp>
        <p:nvSpPr>
          <p:cNvPr id="6" name="Rectangle: Rounded Corners 5">
            <a:extLst>
              <a:ext uri="{FF2B5EF4-FFF2-40B4-BE49-F238E27FC236}">
                <a16:creationId xmlns:a16="http://schemas.microsoft.com/office/drawing/2014/main" id="{71C6CE22-90F2-2E54-6986-FB5E90B58FC9}"/>
              </a:ext>
            </a:extLst>
          </p:cNvPr>
          <p:cNvSpPr/>
          <p:nvPr/>
        </p:nvSpPr>
        <p:spPr>
          <a:xfrm>
            <a:off x="828000" y="1690688"/>
            <a:ext cx="2520000" cy="3600000"/>
          </a:xfrm>
          <a:prstGeom prst="roundRect">
            <a:avLst/>
          </a:prstGeom>
          <a:solidFill>
            <a:srgbClr val="16253C"/>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Freeform: Shape 14">
            <a:extLst>
              <a:ext uri="{FF2B5EF4-FFF2-40B4-BE49-F238E27FC236}">
                <a16:creationId xmlns:a16="http://schemas.microsoft.com/office/drawing/2014/main" id="{2238201B-87D0-0315-D15B-89B6CA0CDB61}"/>
              </a:ext>
            </a:extLst>
          </p:cNvPr>
          <p:cNvSpPr/>
          <p:nvPr/>
        </p:nvSpPr>
        <p:spPr>
          <a:xfrm>
            <a:off x="828000" y="1690688"/>
            <a:ext cx="2520000" cy="1103538"/>
          </a:xfrm>
          <a:custGeom>
            <a:avLst/>
            <a:gdLst>
              <a:gd name="csX0" fmla="*/ 420008 w 2520000"/>
              <a:gd name="csY0" fmla="*/ 0 h 1103538"/>
              <a:gd name="csX1" fmla="*/ 2099992 w 2520000"/>
              <a:gd name="csY1" fmla="*/ 0 h 1103538"/>
              <a:gd name="csX2" fmla="*/ 2520000 w 2520000"/>
              <a:gd name="csY2" fmla="*/ 420008 h 1103538"/>
              <a:gd name="csX3" fmla="*/ 2520000 w 2520000"/>
              <a:gd name="csY3" fmla="*/ 1103538 h 1103538"/>
              <a:gd name="csX4" fmla="*/ 0 w 2520000"/>
              <a:gd name="csY4" fmla="*/ 1103538 h 1103538"/>
              <a:gd name="csX5" fmla="*/ 0 w 2520000"/>
              <a:gd name="csY5" fmla="*/ 420008 h 1103538"/>
              <a:gd name="csX6" fmla="*/ 420008 w 2520000"/>
              <a:gd name="csY6" fmla="*/ 0 h 110353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20000" h="1103538">
                <a:moveTo>
                  <a:pt x="420008" y="0"/>
                </a:moveTo>
                <a:lnTo>
                  <a:pt x="2099992" y="0"/>
                </a:lnTo>
                <a:cubicBezTo>
                  <a:pt x="2331956" y="0"/>
                  <a:pt x="2520000" y="188044"/>
                  <a:pt x="2520000" y="420008"/>
                </a:cubicBezTo>
                <a:lnTo>
                  <a:pt x="2520000" y="1103538"/>
                </a:lnTo>
                <a:lnTo>
                  <a:pt x="0" y="1103538"/>
                </a:lnTo>
                <a:lnTo>
                  <a:pt x="0" y="420008"/>
                </a:lnTo>
                <a:cubicBezTo>
                  <a:pt x="0" y="188044"/>
                  <a:pt x="188044" y="0"/>
                  <a:pt x="420008" y="0"/>
                </a:cubicBezTo>
                <a:close/>
              </a:path>
            </a:pathLst>
          </a:custGeom>
          <a:solidFill>
            <a:srgbClr val="A8442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a:p>
        </p:txBody>
      </p:sp>
      <p:pic>
        <p:nvPicPr>
          <p:cNvPr id="11" name="Picture 10" descr="A logo with a maple leaf&#10;&#10;AI-generated content may be incorrect.">
            <a:extLst>
              <a:ext uri="{FF2B5EF4-FFF2-40B4-BE49-F238E27FC236}">
                <a16:creationId xmlns:a16="http://schemas.microsoft.com/office/drawing/2014/main" id="{CDBD16FD-C340-1ED2-2AE0-18FAB279C9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7246" y="1846550"/>
            <a:ext cx="780256" cy="780256"/>
          </a:xfrm>
          <a:prstGeom prst="ellipse">
            <a:avLst/>
          </a:prstGeom>
        </p:spPr>
      </p:pic>
      <p:sp>
        <p:nvSpPr>
          <p:cNvPr id="16" name="TextBox 15">
            <a:extLst>
              <a:ext uri="{FF2B5EF4-FFF2-40B4-BE49-F238E27FC236}">
                <a16:creationId xmlns:a16="http://schemas.microsoft.com/office/drawing/2014/main" id="{39CE640A-4DE8-4EC9-3528-EA0E1614C3B1}"/>
              </a:ext>
            </a:extLst>
          </p:cNvPr>
          <p:cNvSpPr txBox="1"/>
          <p:nvPr/>
        </p:nvSpPr>
        <p:spPr>
          <a:xfrm>
            <a:off x="836276" y="3389695"/>
            <a:ext cx="2520000" cy="830997"/>
          </a:xfrm>
          <a:prstGeom prst="rect">
            <a:avLst/>
          </a:prstGeom>
          <a:noFill/>
        </p:spPr>
        <p:txBody>
          <a:bodyPr wrap="square" rtlCol="0">
            <a:spAutoFit/>
          </a:bodyPr>
          <a:lstStyle/>
          <a:p>
            <a:pPr algn="ctr"/>
            <a:r>
              <a:rPr lang="en-US" sz="2400" dirty="0">
                <a:solidFill>
                  <a:schemeClr val="bg1"/>
                </a:solidFill>
                <a:latin typeface="Orbitron ExtraBold" pitchFamily="2" charset="0"/>
                <a:cs typeface="Dreaming Outloud Pro" panose="03050502040302030504" pitchFamily="66" charset="0"/>
              </a:rPr>
              <a:t>Dr. Helena Chen </a:t>
            </a:r>
          </a:p>
        </p:txBody>
      </p:sp>
      <p:cxnSp>
        <p:nvCxnSpPr>
          <p:cNvPr id="22" name="Straight Connector 21">
            <a:extLst>
              <a:ext uri="{FF2B5EF4-FFF2-40B4-BE49-F238E27FC236}">
                <a16:creationId xmlns:a16="http://schemas.microsoft.com/office/drawing/2014/main" id="{77D5F1BA-A389-6E2A-BA5F-F4BEEC449CCB}"/>
              </a:ext>
            </a:extLst>
          </p:cNvPr>
          <p:cNvCxnSpPr>
            <a:cxnSpLocks/>
            <a:endCxn id="15" idx="3"/>
          </p:cNvCxnSpPr>
          <p:nvPr/>
        </p:nvCxnSpPr>
        <p:spPr>
          <a:xfrm>
            <a:off x="828000" y="2794226"/>
            <a:ext cx="252000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D4B185DB-DF17-C7B8-93B2-55C63173B1AE}"/>
              </a:ext>
            </a:extLst>
          </p:cNvPr>
          <p:cNvSpPr txBox="1"/>
          <p:nvPr/>
        </p:nvSpPr>
        <p:spPr>
          <a:xfrm>
            <a:off x="834352" y="2782669"/>
            <a:ext cx="1325563" cy="523220"/>
          </a:xfrm>
          <a:prstGeom prst="rect">
            <a:avLst/>
          </a:prstGeom>
          <a:noFill/>
        </p:spPr>
        <p:txBody>
          <a:bodyPr wrap="square" rtlCol="0">
            <a:spAutoFit/>
          </a:bodyPr>
          <a:lstStyle/>
          <a:p>
            <a:pPr algn="ctr"/>
            <a:r>
              <a:rPr lang="en-US" sz="1400" dirty="0">
                <a:solidFill>
                  <a:schemeClr val="bg1"/>
                </a:solidFill>
                <a:latin typeface="Orbitron" pitchFamily="2" charset="0"/>
                <a:cs typeface="Dreaming Outloud Pro" panose="03050502040302030504" pitchFamily="66" charset="0"/>
              </a:rPr>
              <a:t>Captain</a:t>
            </a:r>
          </a:p>
          <a:p>
            <a:pPr algn="ctr"/>
            <a:r>
              <a:rPr lang="en-US" sz="1400" dirty="0">
                <a:solidFill>
                  <a:schemeClr val="bg1"/>
                </a:solidFill>
                <a:latin typeface="Orbitron" pitchFamily="2" charset="0"/>
                <a:cs typeface="Dreaming Outloud Pro" panose="03050502040302030504" pitchFamily="66" charset="0"/>
              </a:rPr>
              <a:t>Pilot</a:t>
            </a:r>
          </a:p>
        </p:txBody>
      </p:sp>
      <p:sp>
        <p:nvSpPr>
          <p:cNvPr id="25" name="Rectangle: Rounded Corners 24">
            <a:extLst>
              <a:ext uri="{FF2B5EF4-FFF2-40B4-BE49-F238E27FC236}">
                <a16:creationId xmlns:a16="http://schemas.microsoft.com/office/drawing/2014/main" id="{72D0C7A6-9FE9-F8A4-017D-3B5A13CF4962}"/>
              </a:ext>
            </a:extLst>
          </p:cNvPr>
          <p:cNvSpPr/>
          <p:nvPr/>
        </p:nvSpPr>
        <p:spPr>
          <a:xfrm>
            <a:off x="3708000" y="1690688"/>
            <a:ext cx="2520000" cy="3600000"/>
          </a:xfrm>
          <a:prstGeom prst="roundRect">
            <a:avLst/>
          </a:prstGeom>
          <a:solidFill>
            <a:srgbClr val="16253C"/>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6" name="Freeform: Shape 25">
            <a:extLst>
              <a:ext uri="{FF2B5EF4-FFF2-40B4-BE49-F238E27FC236}">
                <a16:creationId xmlns:a16="http://schemas.microsoft.com/office/drawing/2014/main" id="{8BA12011-CD79-204C-4D6C-8D2AEC6DE404}"/>
              </a:ext>
            </a:extLst>
          </p:cNvPr>
          <p:cNvSpPr/>
          <p:nvPr/>
        </p:nvSpPr>
        <p:spPr>
          <a:xfrm>
            <a:off x="3708000" y="1690688"/>
            <a:ext cx="2520000" cy="1103538"/>
          </a:xfrm>
          <a:custGeom>
            <a:avLst/>
            <a:gdLst>
              <a:gd name="csX0" fmla="*/ 420008 w 2520000"/>
              <a:gd name="csY0" fmla="*/ 0 h 1103538"/>
              <a:gd name="csX1" fmla="*/ 2099992 w 2520000"/>
              <a:gd name="csY1" fmla="*/ 0 h 1103538"/>
              <a:gd name="csX2" fmla="*/ 2520000 w 2520000"/>
              <a:gd name="csY2" fmla="*/ 420008 h 1103538"/>
              <a:gd name="csX3" fmla="*/ 2520000 w 2520000"/>
              <a:gd name="csY3" fmla="*/ 1103538 h 1103538"/>
              <a:gd name="csX4" fmla="*/ 0 w 2520000"/>
              <a:gd name="csY4" fmla="*/ 1103538 h 1103538"/>
              <a:gd name="csX5" fmla="*/ 0 w 2520000"/>
              <a:gd name="csY5" fmla="*/ 420008 h 1103538"/>
              <a:gd name="csX6" fmla="*/ 420008 w 2520000"/>
              <a:gd name="csY6" fmla="*/ 0 h 110353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20000" h="1103538">
                <a:moveTo>
                  <a:pt x="420008" y="0"/>
                </a:moveTo>
                <a:lnTo>
                  <a:pt x="2099992" y="0"/>
                </a:lnTo>
                <a:cubicBezTo>
                  <a:pt x="2331956" y="0"/>
                  <a:pt x="2520000" y="188044"/>
                  <a:pt x="2520000" y="420008"/>
                </a:cubicBezTo>
                <a:lnTo>
                  <a:pt x="2520000" y="1103538"/>
                </a:lnTo>
                <a:lnTo>
                  <a:pt x="0" y="1103538"/>
                </a:lnTo>
                <a:lnTo>
                  <a:pt x="0" y="420008"/>
                </a:lnTo>
                <a:cubicBezTo>
                  <a:pt x="0" y="188044"/>
                  <a:pt x="188044" y="0"/>
                  <a:pt x="420008" y="0"/>
                </a:cubicBezTo>
                <a:close/>
              </a:path>
            </a:pathLst>
          </a:custGeom>
          <a:solidFill>
            <a:srgbClr val="A8442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a:p>
        </p:txBody>
      </p:sp>
      <p:pic>
        <p:nvPicPr>
          <p:cNvPr id="27" name="Picture 26" descr="A logo with a maple leaf&#10;&#10;AI-generated content may be incorrect.">
            <a:extLst>
              <a:ext uri="{FF2B5EF4-FFF2-40B4-BE49-F238E27FC236}">
                <a16:creationId xmlns:a16="http://schemas.microsoft.com/office/drawing/2014/main" id="{A3746985-C745-860C-9355-528D3882A0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7622" y="1846550"/>
            <a:ext cx="780256" cy="780256"/>
          </a:xfrm>
          <a:prstGeom prst="ellipse">
            <a:avLst/>
          </a:prstGeom>
        </p:spPr>
      </p:pic>
      <p:sp>
        <p:nvSpPr>
          <p:cNvPr id="28" name="TextBox 27">
            <a:extLst>
              <a:ext uri="{FF2B5EF4-FFF2-40B4-BE49-F238E27FC236}">
                <a16:creationId xmlns:a16="http://schemas.microsoft.com/office/drawing/2014/main" id="{891CF274-D2D3-4851-18EE-A58FE458B7E8}"/>
              </a:ext>
            </a:extLst>
          </p:cNvPr>
          <p:cNvSpPr txBox="1"/>
          <p:nvPr/>
        </p:nvSpPr>
        <p:spPr>
          <a:xfrm>
            <a:off x="3676652" y="3389695"/>
            <a:ext cx="2520000" cy="830997"/>
          </a:xfrm>
          <a:prstGeom prst="rect">
            <a:avLst/>
          </a:prstGeom>
          <a:noFill/>
        </p:spPr>
        <p:txBody>
          <a:bodyPr wrap="square" rtlCol="0">
            <a:spAutoFit/>
          </a:bodyPr>
          <a:lstStyle/>
          <a:p>
            <a:pPr algn="ctr"/>
            <a:r>
              <a:rPr lang="en-US" sz="2400" dirty="0">
                <a:solidFill>
                  <a:schemeClr val="bg1"/>
                </a:solidFill>
                <a:latin typeface="Orbitron ExtraBold" pitchFamily="2" charset="0"/>
                <a:cs typeface="Dreaming Outloud Pro" panose="03050502040302030504" pitchFamily="66" charset="0"/>
              </a:rPr>
              <a:t>Dr. Sarah</a:t>
            </a:r>
          </a:p>
          <a:p>
            <a:pPr algn="ctr"/>
            <a:r>
              <a:rPr lang="en-US" sz="2400" dirty="0">
                <a:solidFill>
                  <a:schemeClr val="bg1"/>
                </a:solidFill>
                <a:latin typeface="Orbitron ExtraBold" pitchFamily="2" charset="0"/>
                <a:cs typeface="Dreaming Outloud Pro" panose="03050502040302030504" pitchFamily="66" charset="0"/>
              </a:rPr>
              <a:t>Lancaster</a:t>
            </a:r>
          </a:p>
        </p:txBody>
      </p:sp>
      <p:cxnSp>
        <p:nvCxnSpPr>
          <p:cNvPr id="29" name="Straight Connector 28">
            <a:extLst>
              <a:ext uri="{FF2B5EF4-FFF2-40B4-BE49-F238E27FC236}">
                <a16:creationId xmlns:a16="http://schemas.microsoft.com/office/drawing/2014/main" id="{4BE07BAB-3242-5458-BABA-F87B06A2B84D}"/>
              </a:ext>
            </a:extLst>
          </p:cNvPr>
          <p:cNvCxnSpPr>
            <a:cxnSpLocks/>
            <a:endCxn id="26" idx="3"/>
          </p:cNvCxnSpPr>
          <p:nvPr/>
        </p:nvCxnSpPr>
        <p:spPr>
          <a:xfrm>
            <a:off x="3708000" y="2794226"/>
            <a:ext cx="252000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BD201BD2-815C-2577-336B-F3AC0AFD9BA0}"/>
              </a:ext>
            </a:extLst>
          </p:cNvPr>
          <p:cNvSpPr txBox="1"/>
          <p:nvPr/>
        </p:nvSpPr>
        <p:spPr>
          <a:xfrm>
            <a:off x="3674728" y="2782669"/>
            <a:ext cx="1325563" cy="523220"/>
          </a:xfrm>
          <a:prstGeom prst="rect">
            <a:avLst/>
          </a:prstGeom>
          <a:noFill/>
        </p:spPr>
        <p:txBody>
          <a:bodyPr wrap="square" rtlCol="0">
            <a:spAutoFit/>
          </a:bodyPr>
          <a:lstStyle/>
          <a:p>
            <a:pPr algn="ctr"/>
            <a:r>
              <a:rPr lang="en-US" sz="1400" dirty="0">
                <a:solidFill>
                  <a:schemeClr val="bg1"/>
                </a:solidFill>
                <a:latin typeface="Orbitron" pitchFamily="2" charset="0"/>
                <a:cs typeface="Dreaming Outloud Pro" panose="03050502040302030504" pitchFamily="66" charset="0"/>
              </a:rPr>
              <a:t>Biologist</a:t>
            </a:r>
          </a:p>
          <a:p>
            <a:pPr algn="ctr"/>
            <a:r>
              <a:rPr lang="en-US" sz="1400" dirty="0">
                <a:solidFill>
                  <a:schemeClr val="bg1"/>
                </a:solidFill>
                <a:latin typeface="Orbitron" pitchFamily="2" charset="0"/>
                <a:cs typeface="Dreaming Outloud Pro" panose="03050502040302030504" pitchFamily="66" charset="0"/>
              </a:rPr>
              <a:t>Physician</a:t>
            </a:r>
          </a:p>
        </p:txBody>
      </p:sp>
      <p:pic>
        <p:nvPicPr>
          <p:cNvPr id="10" name="Picture 9">
            <a:extLst>
              <a:ext uri="{FF2B5EF4-FFF2-40B4-BE49-F238E27FC236}">
                <a16:creationId xmlns:a16="http://schemas.microsoft.com/office/drawing/2014/main" id="{6B37CE2C-9394-6177-FE80-1D0A8B5426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6824" y="1774494"/>
            <a:ext cx="1332000" cy="1332000"/>
          </a:xfrm>
          <a:prstGeom prst="ellipse">
            <a:avLst/>
          </a:prstGeom>
          <a:ln w="19050">
            <a:solidFill>
              <a:schemeClr val="bg1"/>
            </a:solidFill>
          </a:ln>
        </p:spPr>
      </p:pic>
      <p:sp>
        <p:nvSpPr>
          <p:cNvPr id="32" name="Rectangle: Rounded Corners 31">
            <a:extLst>
              <a:ext uri="{FF2B5EF4-FFF2-40B4-BE49-F238E27FC236}">
                <a16:creationId xmlns:a16="http://schemas.microsoft.com/office/drawing/2014/main" id="{53EE6836-31D0-1FA1-5225-A9F3AD20A3E2}"/>
              </a:ext>
            </a:extLst>
          </p:cNvPr>
          <p:cNvSpPr/>
          <p:nvPr/>
        </p:nvSpPr>
        <p:spPr>
          <a:xfrm>
            <a:off x="6518952" y="1690688"/>
            <a:ext cx="2520000" cy="3600000"/>
          </a:xfrm>
          <a:prstGeom prst="roundRect">
            <a:avLst/>
          </a:prstGeom>
          <a:solidFill>
            <a:srgbClr val="16253C"/>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Freeform: Shape 32">
            <a:extLst>
              <a:ext uri="{FF2B5EF4-FFF2-40B4-BE49-F238E27FC236}">
                <a16:creationId xmlns:a16="http://schemas.microsoft.com/office/drawing/2014/main" id="{F1A89134-C0DB-DC79-B700-CDE9DFDCA237}"/>
              </a:ext>
            </a:extLst>
          </p:cNvPr>
          <p:cNvSpPr/>
          <p:nvPr/>
        </p:nvSpPr>
        <p:spPr>
          <a:xfrm>
            <a:off x="6517028" y="1690688"/>
            <a:ext cx="2520000" cy="1103538"/>
          </a:xfrm>
          <a:custGeom>
            <a:avLst/>
            <a:gdLst>
              <a:gd name="csX0" fmla="*/ 420008 w 2520000"/>
              <a:gd name="csY0" fmla="*/ 0 h 1103538"/>
              <a:gd name="csX1" fmla="*/ 2099992 w 2520000"/>
              <a:gd name="csY1" fmla="*/ 0 h 1103538"/>
              <a:gd name="csX2" fmla="*/ 2520000 w 2520000"/>
              <a:gd name="csY2" fmla="*/ 420008 h 1103538"/>
              <a:gd name="csX3" fmla="*/ 2520000 w 2520000"/>
              <a:gd name="csY3" fmla="*/ 1103538 h 1103538"/>
              <a:gd name="csX4" fmla="*/ 0 w 2520000"/>
              <a:gd name="csY4" fmla="*/ 1103538 h 1103538"/>
              <a:gd name="csX5" fmla="*/ 0 w 2520000"/>
              <a:gd name="csY5" fmla="*/ 420008 h 1103538"/>
              <a:gd name="csX6" fmla="*/ 420008 w 2520000"/>
              <a:gd name="csY6" fmla="*/ 0 h 110353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20000" h="1103538">
                <a:moveTo>
                  <a:pt x="420008" y="0"/>
                </a:moveTo>
                <a:lnTo>
                  <a:pt x="2099992" y="0"/>
                </a:lnTo>
                <a:cubicBezTo>
                  <a:pt x="2331956" y="0"/>
                  <a:pt x="2520000" y="188044"/>
                  <a:pt x="2520000" y="420008"/>
                </a:cubicBezTo>
                <a:lnTo>
                  <a:pt x="2520000" y="1103538"/>
                </a:lnTo>
                <a:lnTo>
                  <a:pt x="0" y="1103538"/>
                </a:lnTo>
                <a:lnTo>
                  <a:pt x="0" y="420008"/>
                </a:lnTo>
                <a:cubicBezTo>
                  <a:pt x="0" y="188044"/>
                  <a:pt x="188044" y="0"/>
                  <a:pt x="420008" y="0"/>
                </a:cubicBezTo>
                <a:close/>
              </a:path>
            </a:pathLst>
          </a:custGeom>
          <a:solidFill>
            <a:srgbClr val="A8442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a:p>
        </p:txBody>
      </p:sp>
      <p:pic>
        <p:nvPicPr>
          <p:cNvPr id="34" name="Picture 33" descr="A logo with a maple leaf&#10;&#10;AI-generated content may be incorrect.">
            <a:extLst>
              <a:ext uri="{FF2B5EF4-FFF2-40B4-BE49-F238E27FC236}">
                <a16:creationId xmlns:a16="http://schemas.microsoft.com/office/drawing/2014/main" id="{8B8A421C-1D8B-6278-A9AD-7AA02840B1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7998" y="1846550"/>
            <a:ext cx="780256" cy="780256"/>
          </a:xfrm>
          <a:prstGeom prst="ellipse">
            <a:avLst/>
          </a:prstGeom>
        </p:spPr>
      </p:pic>
      <p:sp>
        <p:nvSpPr>
          <p:cNvPr id="35" name="TextBox 34">
            <a:extLst>
              <a:ext uri="{FF2B5EF4-FFF2-40B4-BE49-F238E27FC236}">
                <a16:creationId xmlns:a16="http://schemas.microsoft.com/office/drawing/2014/main" id="{D3C613B1-535F-56F8-657F-B63C98708AFF}"/>
              </a:ext>
            </a:extLst>
          </p:cNvPr>
          <p:cNvSpPr txBox="1"/>
          <p:nvPr/>
        </p:nvSpPr>
        <p:spPr>
          <a:xfrm>
            <a:off x="6517028" y="3389695"/>
            <a:ext cx="2520000" cy="830997"/>
          </a:xfrm>
          <a:prstGeom prst="rect">
            <a:avLst/>
          </a:prstGeom>
          <a:noFill/>
        </p:spPr>
        <p:txBody>
          <a:bodyPr wrap="square" rtlCol="0">
            <a:spAutoFit/>
          </a:bodyPr>
          <a:lstStyle/>
          <a:p>
            <a:pPr algn="ctr"/>
            <a:r>
              <a:rPr lang="en-US" sz="2400" dirty="0">
                <a:solidFill>
                  <a:schemeClr val="bg1"/>
                </a:solidFill>
                <a:latin typeface="Orbitron ExtraBold" pitchFamily="2" charset="0"/>
                <a:cs typeface="Dreaming Outloud Pro" panose="03050502040302030504" pitchFamily="66" charset="0"/>
              </a:rPr>
              <a:t>Alistair</a:t>
            </a:r>
          </a:p>
          <a:p>
            <a:pPr algn="ctr"/>
            <a:r>
              <a:rPr lang="en-US" sz="2400" dirty="0">
                <a:solidFill>
                  <a:schemeClr val="bg1"/>
                </a:solidFill>
                <a:latin typeface="Orbitron ExtraBold" pitchFamily="2" charset="0"/>
                <a:cs typeface="Dreaming Outloud Pro" panose="03050502040302030504" pitchFamily="66" charset="0"/>
              </a:rPr>
              <a:t>Johnson</a:t>
            </a:r>
          </a:p>
        </p:txBody>
      </p:sp>
      <p:cxnSp>
        <p:nvCxnSpPr>
          <p:cNvPr id="36" name="Straight Connector 35">
            <a:extLst>
              <a:ext uri="{FF2B5EF4-FFF2-40B4-BE49-F238E27FC236}">
                <a16:creationId xmlns:a16="http://schemas.microsoft.com/office/drawing/2014/main" id="{70DA877B-2FAA-5476-0AE9-9FF952C86B45}"/>
              </a:ext>
            </a:extLst>
          </p:cNvPr>
          <p:cNvCxnSpPr>
            <a:cxnSpLocks/>
            <a:endCxn id="33" idx="3"/>
          </p:cNvCxnSpPr>
          <p:nvPr/>
        </p:nvCxnSpPr>
        <p:spPr>
          <a:xfrm>
            <a:off x="6517028" y="2794226"/>
            <a:ext cx="252000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079817E8-A95A-8479-5BE1-9B17CCDD5061}"/>
              </a:ext>
            </a:extLst>
          </p:cNvPr>
          <p:cNvSpPr txBox="1"/>
          <p:nvPr/>
        </p:nvSpPr>
        <p:spPr>
          <a:xfrm>
            <a:off x="6515104" y="2782669"/>
            <a:ext cx="1325563" cy="523220"/>
          </a:xfrm>
          <a:prstGeom prst="rect">
            <a:avLst/>
          </a:prstGeom>
          <a:noFill/>
        </p:spPr>
        <p:txBody>
          <a:bodyPr wrap="square" rtlCol="0">
            <a:spAutoFit/>
          </a:bodyPr>
          <a:lstStyle/>
          <a:p>
            <a:pPr algn="ctr"/>
            <a:r>
              <a:rPr lang="en-US" sz="1400" dirty="0">
                <a:solidFill>
                  <a:schemeClr val="bg1"/>
                </a:solidFill>
                <a:latin typeface="Orbitron" pitchFamily="2" charset="0"/>
                <a:cs typeface="Dreaming Outloud Pro" panose="03050502040302030504" pitchFamily="66" charset="0"/>
              </a:rPr>
              <a:t>Engineer</a:t>
            </a:r>
          </a:p>
          <a:p>
            <a:pPr algn="ctr"/>
            <a:r>
              <a:rPr lang="en-US" sz="1400" dirty="0">
                <a:solidFill>
                  <a:schemeClr val="bg1"/>
                </a:solidFill>
                <a:latin typeface="Orbitron" pitchFamily="2" charset="0"/>
                <a:cs typeface="Dreaming Outloud Pro" panose="03050502040302030504" pitchFamily="66" charset="0"/>
              </a:rPr>
              <a:t>Comms</a:t>
            </a:r>
          </a:p>
        </p:txBody>
      </p:sp>
      <p:pic>
        <p:nvPicPr>
          <p:cNvPr id="21" name="Picture 20">
            <a:extLst>
              <a:ext uri="{FF2B5EF4-FFF2-40B4-BE49-F238E27FC236}">
                <a16:creationId xmlns:a16="http://schemas.microsoft.com/office/drawing/2014/main" id="{94A0C4D0-5233-8FCB-4B63-F3D8505ADC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17300" y="1800224"/>
            <a:ext cx="1332000" cy="1332000"/>
          </a:xfrm>
          <a:prstGeom prst="ellipse">
            <a:avLst/>
          </a:prstGeom>
          <a:ln w="19050">
            <a:solidFill>
              <a:schemeClr val="bg1"/>
            </a:solidFill>
          </a:ln>
        </p:spPr>
      </p:pic>
      <p:cxnSp>
        <p:nvCxnSpPr>
          <p:cNvPr id="40" name="Straight Connector 39">
            <a:extLst>
              <a:ext uri="{FF2B5EF4-FFF2-40B4-BE49-F238E27FC236}">
                <a16:creationId xmlns:a16="http://schemas.microsoft.com/office/drawing/2014/main" id="{031D33D7-D0AB-2F1C-6B58-CB54CFAF2408}"/>
              </a:ext>
            </a:extLst>
          </p:cNvPr>
          <p:cNvCxnSpPr/>
          <p:nvPr/>
        </p:nvCxnSpPr>
        <p:spPr>
          <a:xfrm>
            <a:off x="1578890" y="3380884"/>
            <a:ext cx="1080000"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3206AD92-FF4B-6B3F-CBCD-9B70A1046E58}"/>
              </a:ext>
            </a:extLst>
          </p:cNvPr>
          <p:cNvCxnSpPr/>
          <p:nvPr/>
        </p:nvCxnSpPr>
        <p:spPr>
          <a:xfrm>
            <a:off x="1578890" y="4305926"/>
            <a:ext cx="1080000"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7CEDD3A6-F261-4822-D061-AEE47F820DC9}"/>
              </a:ext>
            </a:extLst>
          </p:cNvPr>
          <p:cNvSpPr txBox="1"/>
          <p:nvPr/>
        </p:nvSpPr>
        <p:spPr>
          <a:xfrm>
            <a:off x="858890" y="4391161"/>
            <a:ext cx="2497386" cy="738664"/>
          </a:xfrm>
          <a:prstGeom prst="rect">
            <a:avLst/>
          </a:prstGeom>
          <a:noFill/>
        </p:spPr>
        <p:txBody>
          <a:bodyPr wrap="square" rtlCol="0">
            <a:spAutoFit/>
          </a:bodyPr>
          <a:lstStyle/>
          <a:p>
            <a:pPr algn="ctr"/>
            <a:r>
              <a:rPr lang="en-US" sz="1400" dirty="0">
                <a:solidFill>
                  <a:srgbClr val="A84420"/>
                </a:solidFill>
                <a:latin typeface="Orbitron ExtraBold" pitchFamily="2" charset="0"/>
                <a:cs typeface="Dreaming Outloud Pro" panose="03050502040302030504" pitchFamily="66" charset="0"/>
              </a:rPr>
              <a:t>Id: 1259375</a:t>
            </a:r>
          </a:p>
          <a:p>
            <a:pPr algn="ctr"/>
            <a:r>
              <a:rPr lang="en-US" sz="1400" dirty="0">
                <a:solidFill>
                  <a:srgbClr val="A84420"/>
                </a:solidFill>
                <a:latin typeface="Orbitron ExtraBold" pitchFamily="2" charset="0"/>
                <a:cs typeface="Dreaming Outloud Pro" panose="03050502040302030504" pitchFamily="66" charset="0"/>
              </a:rPr>
              <a:t>Ottawa, ON</a:t>
            </a:r>
          </a:p>
          <a:p>
            <a:pPr algn="ctr"/>
            <a:r>
              <a:rPr lang="en-US" sz="1400" dirty="0">
                <a:solidFill>
                  <a:srgbClr val="A84420"/>
                </a:solidFill>
                <a:latin typeface="Orbitron ExtraBold" pitchFamily="2" charset="0"/>
                <a:cs typeface="Dreaming Outloud Pro" panose="03050502040302030504" pitchFamily="66" charset="0"/>
              </a:rPr>
              <a:t>1977/12/30</a:t>
            </a:r>
          </a:p>
        </p:txBody>
      </p:sp>
      <p:sp>
        <p:nvSpPr>
          <p:cNvPr id="45" name="TextBox 44">
            <a:extLst>
              <a:ext uri="{FF2B5EF4-FFF2-40B4-BE49-F238E27FC236}">
                <a16:creationId xmlns:a16="http://schemas.microsoft.com/office/drawing/2014/main" id="{C02DCEE9-994C-5097-0954-881756F00C96}"/>
              </a:ext>
            </a:extLst>
          </p:cNvPr>
          <p:cNvSpPr txBox="1"/>
          <p:nvPr/>
        </p:nvSpPr>
        <p:spPr>
          <a:xfrm>
            <a:off x="3716275" y="4386358"/>
            <a:ext cx="2511725" cy="738664"/>
          </a:xfrm>
          <a:prstGeom prst="rect">
            <a:avLst/>
          </a:prstGeom>
          <a:noFill/>
        </p:spPr>
        <p:txBody>
          <a:bodyPr wrap="square" rtlCol="0">
            <a:spAutoFit/>
          </a:bodyPr>
          <a:lstStyle/>
          <a:p>
            <a:pPr algn="ctr"/>
            <a:r>
              <a:rPr lang="en-US" sz="1400" dirty="0">
                <a:solidFill>
                  <a:srgbClr val="A84420"/>
                </a:solidFill>
                <a:latin typeface="Orbitron ExtraBold" pitchFamily="2" charset="0"/>
                <a:cs typeface="Dreaming Outloud Pro" panose="03050502040302030504" pitchFamily="66" charset="0"/>
              </a:rPr>
              <a:t>Id: 6830102</a:t>
            </a:r>
          </a:p>
          <a:p>
            <a:pPr algn="ctr"/>
            <a:r>
              <a:rPr lang="en-US" sz="1400" dirty="0">
                <a:solidFill>
                  <a:srgbClr val="A84420"/>
                </a:solidFill>
                <a:latin typeface="Orbitron ExtraBold" pitchFamily="2" charset="0"/>
                <a:cs typeface="Dreaming Outloud Pro" panose="03050502040302030504" pitchFamily="66" charset="0"/>
              </a:rPr>
              <a:t>Victoria, BC</a:t>
            </a:r>
          </a:p>
          <a:p>
            <a:pPr algn="ctr"/>
            <a:r>
              <a:rPr lang="en-US" sz="1400" dirty="0">
                <a:solidFill>
                  <a:srgbClr val="A84420"/>
                </a:solidFill>
                <a:latin typeface="Orbitron ExtraBold" pitchFamily="2" charset="0"/>
                <a:cs typeface="Dreaming Outloud Pro" panose="03050502040302030504" pitchFamily="66" charset="0"/>
              </a:rPr>
              <a:t>1989/10/09</a:t>
            </a:r>
          </a:p>
        </p:txBody>
      </p:sp>
      <p:sp>
        <p:nvSpPr>
          <p:cNvPr id="46" name="TextBox 45">
            <a:extLst>
              <a:ext uri="{FF2B5EF4-FFF2-40B4-BE49-F238E27FC236}">
                <a16:creationId xmlns:a16="http://schemas.microsoft.com/office/drawing/2014/main" id="{041B4B1B-F86D-9481-503A-5AD8062408E6}"/>
              </a:ext>
            </a:extLst>
          </p:cNvPr>
          <p:cNvSpPr txBox="1"/>
          <p:nvPr/>
        </p:nvSpPr>
        <p:spPr>
          <a:xfrm>
            <a:off x="6515104" y="4382764"/>
            <a:ext cx="2511725" cy="738664"/>
          </a:xfrm>
          <a:prstGeom prst="rect">
            <a:avLst/>
          </a:prstGeom>
          <a:noFill/>
        </p:spPr>
        <p:txBody>
          <a:bodyPr wrap="square" rtlCol="0">
            <a:spAutoFit/>
          </a:bodyPr>
          <a:lstStyle/>
          <a:p>
            <a:pPr algn="ctr"/>
            <a:r>
              <a:rPr lang="en-US" sz="1400" dirty="0">
                <a:solidFill>
                  <a:srgbClr val="A84420"/>
                </a:solidFill>
                <a:latin typeface="Orbitron ExtraBold" pitchFamily="2" charset="0"/>
                <a:cs typeface="Dreaming Outloud Pro" panose="03050502040302030504" pitchFamily="66" charset="0"/>
              </a:rPr>
              <a:t>Id: 573302</a:t>
            </a:r>
          </a:p>
          <a:p>
            <a:pPr algn="ctr"/>
            <a:r>
              <a:rPr lang="en-US" sz="1400" dirty="0">
                <a:solidFill>
                  <a:srgbClr val="A84420"/>
                </a:solidFill>
                <a:latin typeface="Orbitron ExtraBold" pitchFamily="2" charset="0"/>
                <a:cs typeface="Dreaming Outloud Pro" panose="03050502040302030504" pitchFamily="66" charset="0"/>
              </a:rPr>
              <a:t>Red Deer, AB</a:t>
            </a:r>
          </a:p>
          <a:p>
            <a:pPr algn="ctr"/>
            <a:r>
              <a:rPr lang="en-US" sz="1400" dirty="0">
                <a:solidFill>
                  <a:srgbClr val="A84420"/>
                </a:solidFill>
                <a:latin typeface="Orbitron ExtraBold" pitchFamily="2" charset="0"/>
                <a:cs typeface="Dreaming Outloud Pro" panose="03050502040302030504" pitchFamily="66" charset="0"/>
              </a:rPr>
              <a:t>1982/05/03</a:t>
            </a:r>
          </a:p>
        </p:txBody>
      </p:sp>
      <p:pic>
        <p:nvPicPr>
          <p:cNvPr id="8" name="Picture 7" descr="A cartoon of a person wearing glasses&#10;&#10;AI-generated content may be incorrect.">
            <a:extLst>
              <a:ext uri="{FF2B5EF4-FFF2-40B4-BE49-F238E27FC236}">
                <a16:creationId xmlns:a16="http://schemas.microsoft.com/office/drawing/2014/main" id="{CD90FE56-48A1-0AF3-87ED-630A481558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26263" y="1788625"/>
            <a:ext cx="1332000" cy="1332000"/>
          </a:xfrm>
          <a:prstGeom prst="ellipse">
            <a:avLst/>
          </a:prstGeom>
          <a:ln w="19050">
            <a:solidFill>
              <a:schemeClr val="bg1"/>
            </a:solidFill>
          </a:ln>
        </p:spPr>
      </p:pic>
      <p:sp>
        <p:nvSpPr>
          <p:cNvPr id="13" name="Rectangle: Rounded Corners 12">
            <a:extLst>
              <a:ext uri="{FF2B5EF4-FFF2-40B4-BE49-F238E27FC236}">
                <a16:creationId xmlns:a16="http://schemas.microsoft.com/office/drawing/2014/main" id="{9CD4DBC6-B459-17AD-0F67-E4E3F948140F}"/>
              </a:ext>
            </a:extLst>
          </p:cNvPr>
          <p:cNvSpPr/>
          <p:nvPr/>
        </p:nvSpPr>
        <p:spPr>
          <a:xfrm>
            <a:off x="9396143" y="1690688"/>
            <a:ext cx="2520000" cy="3600000"/>
          </a:xfrm>
          <a:prstGeom prst="roundRect">
            <a:avLst/>
          </a:prstGeom>
          <a:solidFill>
            <a:srgbClr val="16253C"/>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Freeform: Shape 13">
            <a:extLst>
              <a:ext uri="{FF2B5EF4-FFF2-40B4-BE49-F238E27FC236}">
                <a16:creationId xmlns:a16="http://schemas.microsoft.com/office/drawing/2014/main" id="{CD48D6CA-14FD-F084-7A0A-2A9F0D014177}"/>
              </a:ext>
            </a:extLst>
          </p:cNvPr>
          <p:cNvSpPr/>
          <p:nvPr/>
        </p:nvSpPr>
        <p:spPr>
          <a:xfrm>
            <a:off x="9394219" y="1690688"/>
            <a:ext cx="2520000" cy="1103538"/>
          </a:xfrm>
          <a:custGeom>
            <a:avLst/>
            <a:gdLst>
              <a:gd name="csX0" fmla="*/ 420008 w 2520000"/>
              <a:gd name="csY0" fmla="*/ 0 h 1103538"/>
              <a:gd name="csX1" fmla="*/ 2099992 w 2520000"/>
              <a:gd name="csY1" fmla="*/ 0 h 1103538"/>
              <a:gd name="csX2" fmla="*/ 2520000 w 2520000"/>
              <a:gd name="csY2" fmla="*/ 420008 h 1103538"/>
              <a:gd name="csX3" fmla="*/ 2520000 w 2520000"/>
              <a:gd name="csY3" fmla="*/ 1103538 h 1103538"/>
              <a:gd name="csX4" fmla="*/ 0 w 2520000"/>
              <a:gd name="csY4" fmla="*/ 1103538 h 1103538"/>
              <a:gd name="csX5" fmla="*/ 0 w 2520000"/>
              <a:gd name="csY5" fmla="*/ 420008 h 1103538"/>
              <a:gd name="csX6" fmla="*/ 420008 w 2520000"/>
              <a:gd name="csY6" fmla="*/ 0 h 110353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20000" h="1103538">
                <a:moveTo>
                  <a:pt x="420008" y="0"/>
                </a:moveTo>
                <a:lnTo>
                  <a:pt x="2099992" y="0"/>
                </a:lnTo>
                <a:cubicBezTo>
                  <a:pt x="2331956" y="0"/>
                  <a:pt x="2520000" y="188044"/>
                  <a:pt x="2520000" y="420008"/>
                </a:cubicBezTo>
                <a:lnTo>
                  <a:pt x="2520000" y="1103538"/>
                </a:lnTo>
                <a:lnTo>
                  <a:pt x="0" y="1103538"/>
                </a:lnTo>
                <a:lnTo>
                  <a:pt x="0" y="420008"/>
                </a:lnTo>
                <a:cubicBezTo>
                  <a:pt x="0" y="188044"/>
                  <a:pt x="188044" y="0"/>
                  <a:pt x="420008" y="0"/>
                </a:cubicBezTo>
                <a:close/>
              </a:path>
            </a:pathLst>
          </a:custGeom>
          <a:solidFill>
            <a:srgbClr val="A8442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a:p>
        </p:txBody>
      </p:sp>
      <p:pic>
        <p:nvPicPr>
          <p:cNvPr id="17" name="Picture 16" descr="A logo with a maple leaf&#10;&#10;AI-generated content may be incorrect.">
            <a:extLst>
              <a:ext uri="{FF2B5EF4-FFF2-40B4-BE49-F238E27FC236}">
                <a16:creationId xmlns:a16="http://schemas.microsoft.com/office/drawing/2014/main" id="{7E6D6ED5-23B8-A68B-E4B2-A787CFABA6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55189" y="1846550"/>
            <a:ext cx="780256" cy="780256"/>
          </a:xfrm>
          <a:prstGeom prst="ellipse">
            <a:avLst/>
          </a:prstGeom>
        </p:spPr>
      </p:pic>
      <p:sp>
        <p:nvSpPr>
          <p:cNvPr id="18" name="TextBox 17">
            <a:extLst>
              <a:ext uri="{FF2B5EF4-FFF2-40B4-BE49-F238E27FC236}">
                <a16:creationId xmlns:a16="http://schemas.microsoft.com/office/drawing/2014/main" id="{B2762C5F-BF66-C9CD-4ACD-4E6A152DA716}"/>
              </a:ext>
            </a:extLst>
          </p:cNvPr>
          <p:cNvSpPr txBox="1"/>
          <p:nvPr/>
        </p:nvSpPr>
        <p:spPr>
          <a:xfrm>
            <a:off x="9394219" y="3389695"/>
            <a:ext cx="2520000" cy="830997"/>
          </a:xfrm>
          <a:prstGeom prst="rect">
            <a:avLst/>
          </a:prstGeom>
          <a:noFill/>
        </p:spPr>
        <p:txBody>
          <a:bodyPr wrap="square" rtlCol="0">
            <a:spAutoFit/>
          </a:bodyPr>
          <a:lstStyle/>
          <a:p>
            <a:pPr algn="ctr"/>
            <a:r>
              <a:rPr lang="en-US" sz="2400" dirty="0">
                <a:solidFill>
                  <a:schemeClr val="bg1"/>
                </a:solidFill>
                <a:latin typeface="Orbitron ExtraBold" pitchFamily="2" charset="0"/>
                <a:cs typeface="Dreaming Outloud Pro" panose="03050502040302030504" pitchFamily="66" charset="0"/>
              </a:rPr>
              <a:t>Pascale</a:t>
            </a:r>
          </a:p>
          <a:p>
            <a:pPr algn="ctr"/>
            <a:r>
              <a:rPr lang="en-US" sz="2400" dirty="0">
                <a:solidFill>
                  <a:schemeClr val="bg1"/>
                </a:solidFill>
                <a:latin typeface="Orbitron ExtraBold" pitchFamily="2" charset="0"/>
                <a:cs typeface="Dreaming Outloud Pro" panose="03050502040302030504" pitchFamily="66" charset="0"/>
              </a:rPr>
              <a:t>Tremblay</a:t>
            </a:r>
          </a:p>
        </p:txBody>
      </p:sp>
      <p:cxnSp>
        <p:nvCxnSpPr>
          <p:cNvPr id="19" name="Straight Connector 18">
            <a:extLst>
              <a:ext uri="{FF2B5EF4-FFF2-40B4-BE49-F238E27FC236}">
                <a16:creationId xmlns:a16="http://schemas.microsoft.com/office/drawing/2014/main" id="{F122294A-B109-ED2F-E480-DA2C4593F9B1}"/>
              </a:ext>
            </a:extLst>
          </p:cNvPr>
          <p:cNvCxnSpPr>
            <a:cxnSpLocks/>
            <a:endCxn id="14" idx="3"/>
          </p:cNvCxnSpPr>
          <p:nvPr/>
        </p:nvCxnSpPr>
        <p:spPr>
          <a:xfrm>
            <a:off x="9394219" y="2794226"/>
            <a:ext cx="252000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9B17DB75-6219-5C12-301F-59EC4CD84915}"/>
              </a:ext>
            </a:extLst>
          </p:cNvPr>
          <p:cNvSpPr txBox="1"/>
          <p:nvPr/>
        </p:nvSpPr>
        <p:spPr>
          <a:xfrm>
            <a:off x="9392295" y="2782669"/>
            <a:ext cx="1325563" cy="523220"/>
          </a:xfrm>
          <a:prstGeom prst="rect">
            <a:avLst/>
          </a:prstGeom>
          <a:noFill/>
        </p:spPr>
        <p:txBody>
          <a:bodyPr wrap="square" rtlCol="0">
            <a:spAutoFit/>
          </a:bodyPr>
          <a:lstStyle/>
          <a:p>
            <a:pPr algn="ctr"/>
            <a:r>
              <a:rPr lang="en-US" sz="1400" dirty="0">
                <a:solidFill>
                  <a:schemeClr val="bg1"/>
                </a:solidFill>
                <a:latin typeface="Orbitron" pitchFamily="2" charset="0"/>
                <a:cs typeface="Dreaming Outloud Pro" panose="03050502040302030504" pitchFamily="66" charset="0"/>
              </a:rPr>
              <a:t>Engineer</a:t>
            </a:r>
          </a:p>
          <a:p>
            <a:pPr algn="ctr"/>
            <a:r>
              <a:rPr lang="en-US" sz="1400" dirty="0">
                <a:solidFill>
                  <a:schemeClr val="bg1"/>
                </a:solidFill>
                <a:latin typeface="Orbitron" pitchFamily="2" charset="0"/>
                <a:cs typeface="Dreaming Outloud Pro" panose="03050502040302030504" pitchFamily="66" charset="0"/>
              </a:rPr>
              <a:t>Comms</a:t>
            </a:r>
          </a:p>
        </p:txBody>
      </p:sp>
      <p:sp>
        <p:nvSpPr>
          <p:cNvPr id="30" name="TextBox 29">
            <a:extLst>
              <a:ext uri="{FF2B5EF4-FFF2-40B4-BE49-F238E27FC236}">
                <a16:creationId xmlns:a16="http://schemas.microsoft.com/office/drawing/2014/main" id="{76CFD424-0071-6547-9F01-5D65DEDAA7C0}"/>
              </a:ext>
            </a:extLst>
          </p:cNvPr>
          <p:cNvSpPr txBox="1"/>
          <p:nvPr/>
        </p:nvSpPr>
        <p:spPr>
          <a:xfrm>
            <a:off x="9392295" y="4382764"/>
            <a:ext cx="2511725" cy="738664"/>
          </a:xfrm>
          <a:prstGeom prst="rect">
            <a:avLst/>
          </a:prstGeom>
          <a:noFill/>
        </p:spPr>
        <p:txBody>
          <a:bodyPr wrap="square" rtlCol="0">
            <a:spAutoFit/>
          </a:bodyPr>
          <a:lstStyle/>
          <a:p>
            <a:pPr algn="ctr"/>
            <a:r>
              <a:rPr lang="en-US" sz="1400" dirty="0">
                <a:solidFill>
                  <a:srgbClr val="A84420"/>
                </a:solidFill>
                <a:latin typeface="Orbitron ExtraBold" pitchFamily="2" charset="0"/>
                <a:cs typeface="Dreaming Outloud Pro" panose="03050502040302030504" pitchFamily="66" charset="0"/>
              </a:rPr>
              <a:t>Id: 875963</a:t>
            </a:r>
          </a:p>
          <a:p>
            <a:pPr algn="ctr"/>
            <a:r>
              <a:rPr lang="en-US" sz="1400" dirty="0">
                <a:solidFill>
                  <a:srgbClr val="A84420"/>
                </a:solidFill>
                <a:latin typeface="Orbitron ExtraBold" pitchFamily="2" charset="0"/>
                <a:cs typeface="Dreaming Outloud Pro" panose="03050502040302030504" pitchFamily="66" charset="0"/>
              </a:rPr>
              <a:t>Montréal, QC</a:t>
            </a:r>
          </a:p>
          <a:p>
            <a:pPr algn="ctr"/>
            <a:r>
              <a:rPr lang="en-US" sz="1400" dirty="0">
                <a:solidFill>
                  <a:srgbClr val="A84420"/>
                </a:solidFill>
                <a:latin typeface="Orbitron ExtraBold" pitchFamily="2" charset="0"/>
                <a:cs typeface="Dreaming Outloud Pro" panose="03050502040302030504" pitchFamily="66" charset="0"/>
              </a:rPr>
              <a:t>1987/02/24</a:t>
            </a:r>
          </a:p>
        </p:txBody>
      </p:sp>
      <p:pic>
        <p:nvPicPr>
          <p:cNvPr id="12" name="Picture 11" descr="A cartoon of a person smiling&#10;&#10;AI-generated content may be incorrect.">
            <a:extLst>
              <a:ext uri="{FF2B5EF4-FFF2-40B4-BE49-F238E27FC236}">
                <a16:creationId xmlns:a16="http://schemas.microsoft.com/office/drawing/2014/main" id="{AC9F9948-1E82-B3E2-30A5-C106C23718B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494491" y="1774494"/>
            <a:ext cx="1332000" cy="1332000"/>
          </a:xfrm>
          <a:prstGeom prst="ellipse">
            <a:avLst/>
          </a:prstGeom>
          <a:ln w="19050">
            <a:solidFill>
              <a:schemeClr val="bg1"/>
            </a:solidFill>
          </a:ln>
        </p:spPr>
      </p:pic>
    </p:spTree>
    <p:extLst>
      <p:ext uri="{BB962C8B-B14F-4D97-AF65-F5344CB8AC3E}">
        <p14:creationId xmlns:p14="http://schemas.microsoft.com/office/powerpoint/2010/main" val="1988948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BB1A1-D1AA-192B-7F6F-805FF19753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8145D3-E944-BB89-56F1-0C335CC99464}"/>
              </a:ext>
            </a:extLst>
          </p:cNvPr>
          <p:cNvSpPr>
            <a:spLocks noGrp="1"/>
          </p:cNvSpPr>
          <p:nvPr>
            <p:ph type="title"/>
          </p:nvPr>
        </p:nvSpPr>
        <p:spPr>
          <a:ln w="19050">
            <a:solidFill>
              <a:schemeClr val="bg1"/>
            </a:solidFill>
          </a:ln>
        </p:spPr>
        <p:txBody>
          <a:bodyPr/>
          <a:lstStyle/>
          <a:p>
            <a:r>
              <a:rPr lang="en-US" dirty="0">
                <a:latin typeface="Orbitron ExtraBold" pitchFamily="2" charset="0"/>
              </a:rPr>
              <a:t>Crew</a:t>
            </a:r>
            <a:endParaRPr lang="en-CA" dirty="0">
              <a:latin typeface="Orbitron ExtraBold" pitchFamily="2" charset="0"/>
            </a:endParaRPr>
          </a:p>
        </p:txBody>
      </p:sp>
      <p:sp>
        <p:nvSpPr>
          <p:cNvPr id="6" name="Rectangle: Rounded Corners 5">
            <a:extLst>
              <a:ext uri="{FF2B5EF4-FFF2-40B4-BE49-F238E27FC236}">
                <a16:creationId xmlns:a16="http://schemas.microsoft.com/office/drawing/2014/main" id="{447FB45F-AF6A-7564-4CE4-2BD523B85E62}"/>
              </a:ext>
            </a:extLst>
          </p:cNvPr>
          <p:cNvSpPr/>
          <p:nvPr/>
        </p:nvSpPr>
        <p:spPr>
          <a:xfrm>
            <a:off x="828000" y="1690688"/>
            <a:ext cx="2520000" cy="3600000"/>
          </a:xfrm>
          <a:prstGeom prst="roundRect">
            <a:avLst/>
          </a:prstGeom>
          <a:solidFill>
            <a:srgbClr val="16253C"/>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Freeform: Shape 14">
            <a:extLst>
              <a:ext uri="{FF2B5EF4-FFF2-40B4-BE49-F238E27FC236}">
                <a16:creationId xmlns:a16="http://schemas.microsoft.com/office/drawing/2014/main" id="{B9E3FEBD-4E19-B3BE-55D7-5F3C2C3AF10C}"/>
              </a:ext>
            </a:extLst>
          </p:cNvPr>
          <p:cNvSpPr/>
          <p:nvPr/>
        </p:nvSpPr>
        <p:spPr>
          <a:xfrm>
            <a:off x="828000" y="1690688"/>
            <a:ext cx="2520000" cy="1103538"/>
          </a:xfrm>
          <a:custGeom>
            <a:avLst/>
            <a:gdLst>
              <a:gd name="csX0" fmla="*/ 420008 w 2520000"/>
              <a:gd name="csY0" fmla="*/ 0 h 1103538"/>
              <a:gd name="csX1" fmla="*/ 2099992 w 2520000"/>
              <a:gd name="csY1" fmla="*/ 0 h 1103538"/>
              <a:gd name="csX2" fmla="*/ 2520000 w 2520000"/>
              <a:gd name="csY2" fmla="*/ 420008 h 1103538"/>
              <a:gd name="csX3" fmla="*/ 2520000 w 2520000"/>
              <a:gd name="csY3" fmla="*/ 1103538 h 1103538"/>
              <a:gd name="csX4" fmla="*/ 0 w 2520000"/>
              <a:gd name="csY4" fmla="*/ 1103538 h 1103538"/>
              <a:gd name="csX5" fmla="*/ 0 w 2520000"/>
              <a:gd name="csY5" fmla="*/ 420008 h 1103538"/>
              <a:gd name="csX6" fmla="*/ 420008 w 2520000"/>
              <a:gd name="csY6" fmla="*/ 0 h 110353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20000" h="1103538">
                <a:moveTo>
                  <a:pt x="420008" y="0"/>
                </a:moveTo>
                <a:lnTo>
                  <a:pt x="2099992" y="0"/>
                </a:lnTo>
                <a:cubicBezTo>
                  <a:pt x="2331956" y="0"/>
                  <a:pt x="2520000" y="188044"/>
                  <a:pt x="2520000" y="420008"/>
                </a:cubicBezTo>
                <a:lnTo>
                  <a:pt x="2520000" y="1103538"/>
                </a:lnTo>
                <a:lnTo>
                  <a:pt x="0" y="1103538"/>
                </a:lnTo>
                <a:lnTo>
                  <a:pt x="0" y="420008"/>
                </a:lnTo>
                <a:cubicBezTo>
                  <a:pt x="0" y="188044"/>
                  <a:pt x="188044" y="0"/>
                  <a:pt x="420008" y="0"/>
                </a:cubicBezTo>
                <a:close/>
              </a:path>
            </a:pathLst>
          </a:custGeom>
          <a:solidFill>
            <a:srgbClr val="A8442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a:p>
        </p:txBody>
      </p:sp>
      <p:pic>
        <p:nvPicPr>
          <p:cNvPr id="11" name="Picture 10" descr="A logo with a maple leaf&#10;&#10;AI-generated content may be incorrect.">
            <a:extLst>
              <a:ext uri="{FF2B5EF4-FFF2-40B4-BE49-F238E27FC236}">
                <a16:creationId xmlns:a16="http://schemas.microsoft.com/office/drawing/2014/main" id="{10ACF70C-9C71-D53D-BBC8-95BA354C90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8511" y="1775979"/>
            <a:ext cx="360000" cy="360000"/>
          </a:xfrm>
          <a:prstGeom prst="ellipse">
            <a:avLst/>
          </a:prstGeom>
        </p:spPr>
      </p:pic>
      <p:sp>
        <p:nvSpPr>
          <p:cNvPr id="16" name="TextBox 15">
            <a:extLst>
              <a:ext uri="{FF2B5EF4-FFF2-40B4-BE49-F238E27FC236}">
                <a16:creationId xmlns:a16="http://schemas.microsoft.com/office/drawing/2014/main" id="{7564B233-BADA-C70D-E23B-995EB323274C}"/>
              </a:ext>
            </a:extLst>
          </p:cNvPr>
          <p:cNvSpPr txBox="1"/>
          <p:nvPr/>
        </p:nvSpPr>
        <p:spPr>
          <a:xfrm>
            <a:off x="1028954" y="1746269"/>
            <a:ext cx="2520000" cy="307777"/>
          </a:xfrm>
          <a:prstGeom prst="rect">
            <a:avLst/>
          </a:prstGeom>
          <a:noFill/>
        </p:spPr>
        <p:txBody>
          <a:bodyPr wrap="square" rtlCol="0">
            <a:spAutoFit/>
          </a:bodyPr>
          <a:lstStyle/>
          <a:p>
            <a:pPr algn="ctr"/>
            <a:r>
              <a:rPr lang="en-US" sz="1400" dirty="0">
                <a:solidFill>
                  <a:schemeClr val="bg1"/>
                </a:solidFill>
                <a:latin typeface="Orbitron ExtraBold" pitchFamily="2" charset="0"/>
                <a:cs typeface="Dreaming Outloud Pro" panose="03050502040302030504" pitchFamily="66" charset="0"/>
              </a:rPr>
              <a:t>Dr. Chen </a:t>
            </a:r>
          </a:p>
        </p:txBody>
      </p:sp>
      <p:sp>
        <p:nvSpPr>
          <p:cNvPr id="42" name="TextBox 41">
            <a:extLst>
              <a:ext uri="{FF2B5EF4-FFF2-40B4-BE49-F238E27FC236}">
                <a16:creationId xmlns:a16="http://schemas.microsoft.com/office/drawing/2014/main" id="{29ABCD9C-5834-B6FC-F8C8-92A07C04F35D}"/>
              </a:ext>
            </a:extLst>
          </p:cNvPr>
          <p:cNvSpPr txBox="1"/>
          <p:nvPr/>
        </p:nvSpPr>
        <p:spPr>
          <a:xfrm>
            <a:off x="2130104" y="1975068"/>
            <a:ext cx="1347518" cy="261610"/>
          </a:xfrm>
          <a:prstGeom prst="rect">
            <a:avLst/>
          </a:prstGeom>
          <a:noFill/>
        </p:spPr>
        <p:txBody>
          <a:bodyPr wrap="square" rtlCol="0">
            <a:spAutoFit/>
          </a:bodyPr>
          <a:lstStyle/>
          <a:p>
            <a:pPr algn="ctr"/>
            <a:r>
              <a:rPr lang="en-US" sz="1100" dirty="0">
                <a:solidFill>
                  <a:srgbClr val="16253C"/>
                </a:solidFill>
                <a:latin typeface="Orbitron ExtraBold" pitchFamily="2" charset="0"/>
                <a:cs typeface="Dreaming Outloud Pro" panose="03050502040302030504" pitchFamily="66" charset="0"/>
              </a:rPr>
              <a:t>Id: 1259375</a:t>
            </a:r>
          </a:p>
        </p:txBody>
      </p:sp>
      <p:sp>
        <p:nvSpPr>
          <p:cNvPr id="5" name="Rectangle 4">
            <a:extLst>
              <a:ext uri="{FF2B5EF4-FFF2-40B4-BE49-F238E27FC236}">
                <a16:creationId xmlns:a16="http://schemas.microsoft.com/office/drawing/2014/main" id="{5F61D6D4-3772-83BA-1418-0B65BB4FC934}"/>
              </a:ext>
            </a:extLst>
          </p:cNvPr>
          <p:cNvSpPr/>
          <p:nvPr/>
        </p:nvSpPr>
        <p:spPr>
          <a:xfrm>
            <a:off x="826891" y="2255209"/>
            <a:ext cx="2520000" cy="639637"/>
          </a:xfrm>
          <a:prstGeom prst="rect">
            <a:avLst/>
          </a:prstGeom>
          <a:solidFill>
            <a:srgbClr val="1625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22" name="Straight Connector 21">
            <a:extLst>
              <a:ext uri="{FF2B5EF4-FFF2-40B4-BE49-F238E27FC236}">
                <a16:creationId xmlns:a16="http://schemas.microsoft.com/office/drawing/2014/main" id="{4D89D111-7581-6656-AF71-44D4BAAF08D5}"/>
              </a:ext>
            </a:extLst>
          </p:cNvPr>
          <p:cNvCxnSpPr>
            <a:cxnSpLocks/>
          </p:cNvCxnSpPr>
          <p:nvPr/>
        </p:nvCxnSpPr>
        <p:spPr>
          <a:xfrm>
            <a:off x="826077" y="2255287"/>
            <a:ext cx="254069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13D633BD-B029-E33E-9308-03585C5816A6}"/>
              </a:ext>
            </a:extLst>
          </p:cNvPr>
          <p:cNvSpPr txBox="1"/>
          <p:nvPr/>
        </p:nvSpPr>
        <p:spPr>
          <a:xfrm>
            <a:off x="838199" y="2289883"/>
            <a:ext cx="2508691" cy="2462213"/>
          </a:xfrm>
          <a:prstGeom prst="rect">
            <a:avLst/>
          </a:prstGeom>
          <a:noFill/>
        </p:spPr>
        <p:txBody>
          <a:bodyPr wrap="square" rtlCol="0">
            <a:spAutoFit/>
          </a:bodyPr>
          <a:lstStyle/>
          <a:p>
            <a:pPr algn="ctr"/>
            <a:r>
              <a:rPr lang="en-US" sz="1400" b="1" dirty="0">
                <a:solidFill>
                  <a:srgbClr val="A84420"/>
                </a:solidFill>
                <a:latin typeface="Orbitron" pitchFamily="2" charset="0"/>
                <a:cs typeface="Dreaming Outloud Pro" panose="03050502040302030504" pitchFamily="66" charset="0"/>
              </a:rPr>
              <a:t>Blood Type: </a:t>
            </a:r>
          </a:p>
          <a:p>
            <a:pPr algn="ctr"/>
            <a:r>
              <a:rPr lang="en-US" sz="1400" dirty="0">
                <a:solidFill>
                  <a:schemeClr val="bg1"/>
                </a:solidFill>
                <a:latin typeface="Orbitron" pitchFamily="2" charset="0"/>
                <a:cs typeface="Dreaming Outloud Pro" panose="03050502040302030504" pitchFamily="66" charset="0"/>
              </a:rPr>
              <a:t>O+</a:t>
            </a:r>
            <a:endParaRPr lang="en-US" sz="1400" baseline="30000" dirty="0">
              <a:solidFill>
                <a:schemeClr val="bg1"/>
              </a:solidFill>
              <a:latin typeface="Orbitron" pitchFamily="2" charset="0"/>
              <a:cs typeface="Dreaming Outloud Pro" panose="03050502040302030504" pitchFamily="66" charset="0"/>
            </a:endParaRPr>
          </a:p>
          <a:p>
            <a:pPr algn="ctr"/>
            <a:endParaRPr lang="en-US" sz="1400" dirty="0">
              <a:solidFill>
                <a:schemeClr val="bg1"/>
              </a:solidFill>
              <a:latin typeface="Orbitron" pitchFamily="2" charset="0"/>
              <a:cs typeface="Dreaming Outloud Pro" panose="03050502040302030504" pitchFamily="66" charset="0"/>
            </a:endParaRPr>
          </a:p>
          <a:p>
            <a:pPr algn="ctr"/>
            <a:r>
              <a:rPr lang="en-US" sz="1400" b="1" dirty="0">
                <a:solidFill>
                  <a:srgbClr val="A84420"/>
                </a:solidFill>
                <a:latin typeface="Orbitron" pitchFamily="2" charset="0"/>
                <a:cs typeface="Dreaming Outloud Pro" panose="03050502040302030504" pitchFamily="66" charset="0"/>
              </a:rPr>
              <a:t>Allergies:</a:t>
            </a:r>
          </a:p>
          <a:p>
            <a:pPr algn="ctr"/>
            <a:r>
              <a:rPr lang="en-US" sz="1400" dirty="0">
                <a:solidFill>
                  <a:schemeClr val="bg1"/>
                </a:solidFill>
                <a:latin typeface="Orbitron" pitchFamily="2" charset="0"/>
                <a:cs typeface="Dreaming Outloud Pro" panose="03050502040302030504" pitchFamily="66" charset="0"/>
              </a:rPr>
              <a:t>None</a:t>
            </a:r>
          </a:p>
          <a:p>
            <a:pPr algn="ctr"/>
            <a:endParaRPr lang="en-US" sz="1400" dirty="0">
              <a:solidFill>
                <a:schemeClr val="bg1"/>
              </a:solidFill>
              <a:latin typeface="Orbitron" pitchFamily="2" charset="0"/>
              <a:cs typeface="Dreaming Outloud Pro" panose="03050502040302030504" pitchFamily="66" charset="0"/>
            </a:endParaRPr>
          </a:p>
          <a:p>
            <a:pPr algn="ctr"/>
            <a:r>
              <a:rPr lang="en-US" sz="1400" b="1" dirty="0">
                <a:solidFill>
                  <a:srgbClr val="A84420"/>
                </a:solidFill>
                <a:latin typeface="Orbitron" pitchFamily="2" charset="0"/>
                <a:cs typeface="Dreaming Outloud Pro" panose="03050502040302030504" pitchFamily="66" charset="0"/>
              </a:rPr>
              <a:t>Clearance level: </a:t>
            </a:r>
          </a:p>
          <a:p>
            <a:pPr algn="ctr"/>
            <a:r>
              <a:rPr lang="en-US" sz="1400" dirty="0">
                <a:solidFill>
                  <a:schemeClr val="bg1"/>
                </a:solidFill>
                <a:latin typeface="Orbitron" pitchFamily="2" charset="0"/>
                <a:cs typeface="Dreaming Outloud Pro" panose="03050502040302030504" pitchFamily="66" charset="0"/>
              </a:rPr>
              <a:t>Level 4</a:t>
            </a:r>
          </a:p>
          <a:p>
            <a:pPr algn="ctr"/>
            <a:endParaRPr lang="en-US" sz="1400" dirty="0">
              <a:solidFill>
                <a:schemeClr val="bg1"/>
              </a:solidFill>
              <a:latin typeface="Orbitron" pitchFamily="2" charset="0"/>
              <a:cs typeface="Dreaming Outloud Pro" panose="03050502040302030504" pitchFamily="66" charset="0"/>
            </a:endParaRPr>
          </a:p>
          <a:p>
            <a:pPr algn="ctr"/>
            <a:r>
              <a:rPr lang="en-US" sz="1400" b="1" dirty="0">
                <a:solidFill>
                  <a:srgbClr val="A84420"/>
                </a:solidFill>
                <a:latin typeface="Orbitron" pitchFamily="2" charset="0"/>
                <a:cs typeface="Dreaming Outloud Pro" panose="03050502040302030504" pitchFamily="66" charset="0"/>
              </a:rPr>
              <a:t>Gravity Rating:</a:t>
            </a:r>
          </a:p>
          <a:p>
            <a:pPr algn="ctr"/>
            <a:r>
              <a:rPr lang="en-US" sz="1400" dirty="0">
                <a:solidFill>
                  <a:schemeClr val="bg1"/>
                </a:solidFill>
                <a:latin typeface="Orbitron" pitchFamily="2" charset="0"/>
                <a:cs typeface="Dreaming Outloud Pro" panose="03050502040302030504" pitchFamily="66" charset="0"/>
              </a:rPr>
              <a:t>7.2 g </a:t>
            </a:r>
          </a:p>
        </p:txBody>
      </p:sp>
      <p:sp>
        <p:nvSpPr>
          <p:cNvPr id="7" name="Rectangle: Rounded Corners 6">
            <a:extLst>
              <a:ext uri="{FF2B5EF4-FFF2-40B4-BE49-F238E27FC236}">
                <a16:creationId xmlns:a16="http://schemas.microsoft.com/office/drawing/2014/main" id="{BC5746FF-D44E-DA0D-A4AC-33BB1CB4A83B}"/>
              </a:ext>
            </a:extLst>
          </p:cNvPr>
          <p:cNvSpPr/>
          <p:nvPr/>
        </p:nvSpPr>
        <p:spPr>
          <a:xfrm>
            <a:off x="3591058" y="1690688"/>
            <a:ext cx="2520000" cy="3600000"/>
          </a:xfrm>
          <a:prstGeom prst="roundRect">
            <a:avLst/>
          </a:prstGeom>
          <a:solidFill>
            <a:srgbClr val="16253C"/>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Freeform: Shape 7">
            <a:extLst>
              <a:ext uri="{FF2B5EF4-FFF2-40B4-BE49-F238E27FC236}">
                <a16:creationId xmlns:a16="http://schemas.microsoft.com/office/drawing/2014/main" id="{D06A8684-A533-5A44-FF9D-1586065A473C}"/>
              </a:ext>
            </a:extLst>
          </p:cNvPr>
          <p:cNvSpPr/>
          <p:nvPr/>
        </p:nvSpPr>
        <p:spPr>
          <a:xfrm>
            <a:off x="3591058" y="1690688"/>
            <a:ext cx="2520000" cy="1103538"/>
          </a:xfrm>
          <a:custGeom>
            <a:avLst/>
            <a:gdLst>
              <a:gd name="csX0" fmla="*/ 420008 w 2520000"/>
              <a:gd name="csY0" fmla="*/ 0 h 1103538"/>
              <a:gd name="csX1" fmla="*/ 2099992 w 2520000"/>
              <a:gd name="csY1" fmla="*/ 0 h 1103538"/>
              <a:gd name="csX2" fmla="*/ 2520000 w 2520000"/>
              <a:gd name="csY2" fmla="*/ 420008 h 1103538"/>
              <a:gd name="csX3" fmla="*/ 2520000 w 2520000"/>
              <a:gd name="csY3" fmla="*/ 1103538 h 1103538"/>
              <a:gd name="csX4" fmla="*/ 0 w 2520000"/>
              <a:gd name="csY4" fmla="*/ 1103538 h 1103538"/>
              <a:gd name="csX5" fmla="*/ 0 w 2520000"/>
              <a:gd name="csY5" fmla="*/ 420008 h 1103538"/>
              <a:gd name="csX6" fmla="*/ 420008 w 2520000"/>
              <a:gd name="csY6" fmla="*/ 0 h 110353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20000" h="1103538">
                <a:moveTo>
                  <a:pt x="420008" y="0"/>
                </a:moveTo>
                <a:lnTo>
                  <a:pt x="2099992" y="0"/>
                </a:lnTo>
                <a:cubicBezTo>
                  <a:pt x="2331956" y="0"/>
                  <a:pt x="2520000" y="188044"/>
                  <a:pt x="2520000" y="420008"/>
                </a:cubicBezTo>
                <a:lnTo>
                  <a:pt x="2520000" y="1103538"/>
                </a:lnTo>
                <a:lnTo>
                  <a:pt x="0" y="1103538"/>
                </a:lnTo>
                <a:lnTo>
                  <a:pt x="0" y="420008"/>
                </a:lnTo>
                <a:cubicBezTo>
                  <a:pt x="0" y="188044"/>
                  <a:pt x="188044" y="0"/>
                  <a:pt x="420008" y="0"/>
                </a:cubicBezTo>
                <a:close/>
              </a:path>
            </a:pathLst>
          </a:custGeom>
          <a:solidFill>
            <a:srgbClr val="A8442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a:p>
        </p:txBody>
      </p:sp>
      <p:pic>
        <p:nvPicPr>
          <p:cNvPr id="9" name="Picture 8" descr="A logo with a maple leaf&#10;&#10;AI-generated content may be incorrect.">
            <a:extLst>
              <a:ext uri="{FF2B5EF4-FFF2-40B4-BE49-F238E27FC236}">
                <a16:creationId xmlns:a16="http://schemas.microsoft.com/office/drawing/2014/main" id="{4C3658FD-3543-1A25-A466-6B89818368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1569" y="1775979"/>
            <a:ext cx="360000" cy="360000"/>
          </a:xfrm>
          <a:prstGeom prst="ellipse">
            <a:avLst/>
          </a:prstGeom>
        </p:spPr>
      </p:pic>
      <p:sp>
        <p:nvSpPr>
          <p:cNvPr id="23" name="TextBox 22">
            <a:extLst>
              <a:ext uri="{FF2B5EF4-FFF2-40B4-BE49-F238E27FC236}">
                <a16:creationId xmlns:a16="http://schemas.microsoft.com/office/drawing/2014/main" id="{4BD0AC0F-4AED-2C3C-DE8D-98DECEA3C342}"/>
              </a:ext>
            </a:extLst>
          </p:cNvPr>
          <p:cNvSpPr txBox="1"/>
          <p:nvPr/>
        </p:nvSpPr>
        <p:spPr>
          <a:xfrm>
            <a:off x="3792012" y="1746269"/>
            <a:ext cx="2520000" cy="307777"/>
          </a:xfrm>
          <a:prstGeom prst="rect">
            <a:avLst/>
          </a:prstGeom>
          <a:noFill/>
        </p:spPr>
        <p:txBody>
          <a:bodyPr wrap="square" rtlCol="0">
            <a:spAutoFit/>
          </a:bodyPr>
          <a:lstStyle/>
          <a:p>
            <a:pPr algn="ctr"/>
            <a:r>
              <a:rPr lang="en-US" sz="1400" dirty="0">
                <a:solidFill>
                  <a:schemeClr val="bg1"/>
                </a:solidFill>
                <a:latin typeface="Orbitron ExtraBold" pitchFamily="2" charset="0"/>
                <a:cs typeface="Dreaming Outloud Pro" panose="03050502040302030504" pitchFamily="66" charset="0"/>
              </a:rPr>
              <a:t>Dr. Lancaster </a:t>
            </a:r>
          </a:p>
        </p:txBody>
      </p:sp>
      <p:sp>
        <p:nvSpPr>
          <p:cNvPr id="24" name="TextBox 23">
            <a:extLst>
              <a:ext uri="{FF2B5EF4-FFF2-40B4-BE49-F238E27FC236}">
                <a16:creationId xmlns:a16="http://schemas.microsoft.com/office/drawing/2014/main" id="{25B13906-A45B-F3B0-C5FD-8A44F570E9E1}"/>
              </a:ext>
            </a:extLst>
          </p:cNvPr>
          <p:cNvSpPr txBox="1"/>
          <p:nvPr/>
        </p:nvSpPr>
        <p:spPr>
          <a:xfrm>
            <a:off x="4893162" y="1975068"/>
            <a:ext cx="1347518" cy="261610"/>
          </a:xfrm>
          <a:prstGeom prst="rect">
            <a:avLst/>
          </a:prstGeom>
          <a:noFill/>
        </p:spPr>
        <p:txBody>
          <a:bodyPr wrap="square" rtlCol="0">
            <a:spAutoFit/>
          </a:bodyPr>
          <a:lstStyle/>
          <a:p>
            <a:pPr algn="ctr"/>
            <a:r>
              <a:rPr lang="en-US" sz="1100" dirty="0">
                <a:solidFill>
                  <a:srgbClr val="16253C"/>
                </a:solidFill>
                <a:latin typeface="Orbitron ExtraBold" pitchFamily="2" charset="0"/>
                <a:cs typeface="Dreaming Outloud Pro" panose="03050502040302030504" pitchFamily="66" charset="0"/>
              </a:rPr>
              <a:t>Id: 6830102</a:t>
            </a:r>
          </a:p>
        </p:txBody>
      </p:sp>
      <p:sp>
        <p:nvSpPr>
          <p:cNvPr id="38" name="Rectangle 37">
            <a:extLst>
              <a:ext uri="{FF2B5EF4-FFF2-40B4-BE49-F238E27FC236}">
                <a16:creationId xmlns:a16="http://schemas.microsoft.com/office/drawing/2014/main" id="{D8C6498F-6DB7-37E5-F512-68E107EED10A}"/>
              </a:ext>
            </a:extLst>
          </p:cNvPr>
          <p:cNvSpPr/>
          <p:nvPr/>
        </p:nvSpPr>
        <p:spPr>
          <a:xfrm>
            <a:off x="3589949" y="2255209"/>
            <a:ext cx="2520000" cy="639637"/>
          </a:xfrm>
          <a:prstGeom prst="rect">
            <a:avLst/>
          </a:prstGeom>
          <a:solidFill>
            <a:srgbClr val="1625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39" name="Straight Connector 38">
            <a:extLst>
              <a:ext uri="{FF2B5EF4-FFF2-40B4-BE49-F238E27FC236}">
                <a16:creationId xmlns:a16="http://schemas.microsoft.com/office/drawing/2014/main" id="{7A731235-CCB4-B262-AD8A-96457136D7D1}"/>
              </a:ext>
            </a:extLst>
          </p:cNvPr>
          <p:cNvCxnSpPr>
            <a:cxnSpLocks/>
          </p:cNvCxnSpPr>
          <p:nvPr/>
        </p:nvCxnSpPr>
        <p:spPr>
          <a:xfrm>
            <a:off x="3589135" y="2255287"/>
            <a:ext cx="254069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DDB62A68-7E2A-6E39-0392-7B5F51F4524E}"/>
              </a:ext>
            </a:extLst>
          </p:cNvPr>
          <p:cNvSpPr txBox="1"/>
          <p:nvPr/>
        </p:nvSpPr>
        <p:spPr>
          <a:xfrm>
            <a:off x="3601257" y="2289883"/>
            <a:ext cx="2508691" cy="2462213"/>
          </a:xfrm>
          <a:prstGeom prst="rect">
            <a:avLst/>
          </a:prstGeom>
          <a:noFill/>
        </p:spPr>
        <p:txBody>
          <a:bodyPr wrap="square" rtlCol="0">
            <a:spAutoFit/>
          </a:bodyPr>
          <a:lstStyle/>
          <a:p>
            <a:pPr algn="ctr"/>
            <a:r>
              <a:rPr lang="en-US" sz="1400" b="1" dirty="0">
                <a:solidFill>
                  <a:srgbClr val="A84420"/>
                </a:solidFill>
                <a:latin typeface="Orbitron" pitchFamily="2" charset="0"/>
                <a:cs typeface="Dreaming Outloud Pro" panose="03050502040302030504" pitchFamily="66" charset="0"/>
              </a:rPr>
              <a:t>Blood Type: </a:t>
            </a:r>
          </a:p>
          <a:p>
            <a:pPr algn="ctr"/>
            <a:r>
              <a:rPr lang="en-US" sz="1400" dirty="0">
                <a:solidFill>
                  <a:schemeClr val="bg1"/>
                </a:solidFill>
                <a:latin typeface="Orbitron" pitchFamily="2" charset="0"/>
                <a:cs typeface="Dreaming Outloud Pro" panose="03050502040302030504" pitchFamily="66" charset="0"/>
              </a:rPr>
              <a:t>AB-</a:t>
            </a:r>
            <a:endParaRPr lang="en-US" sz="1400" baseline="30000" dirty="0">
              <a:solidFill>
                <a:schemeClr val="bg1"/>
              </a:solidFill>
              <a:latin typeface="Orbitron" pitchFamily="2" charset="0"/>
              <a:cs typeface="Dreaming Outloud Pro" panose="03050502040302030504" pitchFamily="66" charset="0"/>
            </a:endParaRPr>
          </a:p>
          <a:p>
            <a:pPr algn="ctr"/>
            <a:endParaRPr lang="en-US" sz="1400" dirty="0">
              <a:solidFill>
                <a:schemeClr val="bg1"/>
              </a:solidFill>
              <a:latin typeface="Orbitron" pitchFamily="2" charset="0"/>
              <a:cs typeface="Dreaming Outloud Pro" panose="03050502040302030504" pitchFamily="66" charset="0"/>
            </a:endParaRPr>
          </a:p>
          <a:p>
            <a:pPr algn="ctr"/>
            <a:r>
              <a:rPr lang="en-US" sz="1400" b="1" dirty="0">
                <a:solidFill>
                  <a:srgbClr val="A84420"/>
                </a:solidFill>
                <a:latin typeface="Orbitron" pitchFamily="2" charset="0"/>
                <a:cs typeface="Dreaming Outloud Pro" panose="03050502040302030504" pitchFamily="66" charset="0"/>
              </a:rPr>
              <a:t>Allergies:</a:t>
            </a:r>
          </a:p>
          <a:p>
            <a:pPr algn="ctr"/>
            <a:r>
              <a:rPr lang="en-US" sz="1400" dirty="0">
                <a:solidFill>
                  <a:schemeClr val="bg1"/>
                </a:solidFill>
                <a:latin typeface="Orbitron" pitchFamily="2" charset="0"/>
                <a:cs typeface="Dreaming Outloud Pro" panose="03050502040302030504" pitchFamily="66" charset="0"/>
              </a:rPr>
              <a:t>Tree Pollen</a:t>
            </a:r>
          </a:p>
          <a:p>
            <a:pPr algn="ctr"/>
            <a:endParaRPr lang="en-US" sz="1400" dirty="0">
              <a:solidFill>
                <a:schemeClr val="bg1"/>
              </a:solidFill>
              <a:latin typeface="Orbitron" pitchFamily="2" charset="0"/>
              <a:cs typeface="Dreaming Outloud Pro" panose="03050502040302030504" pitchFamily="66" charset="0"/>
            </a:endParaRPr>
          </a:p>
          <a:p>
            <a:pPr algn="ctr"/>
            <a:r>
              <a:rPr lang="en-US" sz="1400" b="1" dirty="0">
                <a:solidFill>
                  <a:srgbClr val="A84420"/>
                </a:solidFill>
                <a:latin typeface="Orbitron" pitchFamily="2" charset="0"/>
                <a:cs typeface="Dreaming Outloud Pro" panose="03050502040302030504" pitchFamily="66" charset="0"/>
              </a:rPr>
              <a:t>Clearance level: </a:t>
            </a:r>
          </a:p>
          <a:p>
            <a:pPr algn="ctr"/>
            <a:r>
              <a:rPr lang="en-US" sz="1400" dirty="0">
                <a:solidFill>
                  <a:schemeClr val="bg1"/>
                </a:solidFill>
                <a:latin typeface="Orbitron" pitchFamily="2" charset="0"/>
                <a:cs typeface="Dreaming Outloud Pro" panose="03050502040302030504" pitchFamily="66" charset="0"/>
              </a:rPr>
              <a:t>Level 3</a:t>
            </a:r>
          </a:p>
          <a:p>
            <a:pPr algn="ctr"/>
            <a:endParaRPr lang="en-US" sz="1400" dirty="0">
              <a:solidFill>
                <a:schemeClr val="bg1"/>
              </a:solidFill>
              <a:latin typeface="Orbitron" pitchFamily="2" charset="0"/>
              <a:cs typeface="Dreaming Outloud Pro" panose="03050502040302030504" pitchFamily="66" charset="0"/>
            </a:endParaRPr>
          </a:p>
          <a:p>
            <a:pPr algn="ctr"/>
            <a:r>
              <a:rPr lang="en-US" sz="1400" b="1" dirty="0">
                <a:solidFill>
                  <a:srgbClr val="A84420"/>
                </a:solidFill>
                <a:latin typeface="Orbitron" pitchFamily="2" charset="0"/>
                <a:cs typeface="Dreaming Outloud Pro" panose="03050502040302030504" pitchFamily="66" charset="0"/>
              </a:rPr>
              <a:t>Gravity Rating:</a:t>
            </a:r>
          </a:p>
          <a:p>
            <a:pPr algn="ctr"/>
            <a:r>
              <a:rPr lang="en-US" sz="1400" dirty="0">
                <a:solidFill>
                  <a:schemeClr val="bg1"/>
                </a:solidFill>
                <a:latin typeface="Orbitron" pitchFamily="2" charset="0"/>
                <a:cs typeface="Dreaming Outloud Pro" panose="03050502040302030504" pitchFamily="66" charset="0"/>
              </a:rPr>
              <a:t>6.8 g </a:t>
            </a:r>
          </a:p>
        </p:txBody>
      </p:sp>
      <p:sp>
        <p:nvSpPr>
          <p:cNvPr id="41" name="Rectangle: Rounded Corners 40">
            <a:extLst>
              <a:ext uri="{FF2B5EF4-FFF2-40B4-BE49-F238E27FC236}">
                <a16:creationId xmlns:a16="http://schemas.microsoft.com/office/drawing/2014/main" id="{01DB0625-2293-7C5D-5C35-6FD519C9A90B}"/>
              </a:ext>
            </a:extLst>
          </p:cNvPr>
          <p:cNvSpPr/>
          <p:nvPr/>
        </p:nvSpPr>
        <p:spPr>
          <a:xfrm>
            <a:off x="6353007" y="1690688"/>
            <a:ext cx="2520000" cy="3600000"/>
          </a:xfrm>
          <a:prstGeom prst="roundRect">
            <a:avLst/>
          </a:prstGeom>
          <a:solidFill>
            <a:srgbClr val="16253C"/>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3" name="Freeform: Shape 42">
            <a:extLst>
              <a:ext uri="{FF2B5EF4-FFF2-40B4-BE49-F238E27FC236}">
                <a16:creationId xmlns:a16="http://schemas.microsoft.com/office/drawing/2014/main" id="{2B8AAF98-574E-AFA2-820C-10637B2D2C85}"/>
              </a:ext>
            </a:extLst>
          </p:cNvPr>
          <p:cNvSpPr/>
          <p:nvPr/>
        </p:nvSpPr>
        <p:spPr>
          <a:xfrm>
            <a:off x="6353007" y="1690688"/>
            <a:ext cx="2520000" cy="1103538"/>
          </a:xfrm>
          <a:custGeom>
            <a:avLst/>
            <a:gdLst>
              <a:gd name="csX0" fmla="*/ 420008 w 2520000"/>
              <a:gd name="csY0" fmla="*/ 0 h 1103538"/>
              <a:gd name="csX1" fmla="*/ 2099992 w 2520000"/>
              <a:gd name="csY1" fmla="*/ 0 h 1103538"/>
              <a:gd name="csX2" fmla="*/ 2520000 w 2520000"/>
              <a:gd name="csY2" fmla="*/ 420008 h 1103538"/>
              <a:gd name="csX3" fmla="*/ 2520000 w 2520000"/>
              <a:gd name="csY3" fmla="*/ 1103538 h 1103538"/>
              <a:gd name="csX4" fmla="*/ 0 w 2520000"/>
              <a:gd name="csY4" fmla="*/ 1103538 h 1103538"/>
              <a:gd name="csX5" fmla="*/ 0 w 2520000"/>
              <a:gd name="csY5" fmla="*/ 420008 h 1103538"/>
              <a:gd name="csX6" fmla="*/ 420008 w 2520000"/>
              <a:gd name="csY6" fmla="*/ 0 h 110353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20000" h="1103538">
                <a:moveTo>
                  <a:pt x="420008" y="0"/>
                </a:moveTo>
                <a:lnTo>
                  <a:pt x="2099992" y="0"/>
                </a:lnTo>
                <a:cubicBezTo>
                  <a:pt x="2331956" y="0"/>
                  <a:pt x="2520000" y="188044"/>
                  <a:pt x="2520000" y="420008"/>
                </a:cubicBezTo>
                <a:lnTo>
                  <a:pt x="2520000" y="1103538"/>
                </a:lnTo>
                <a:lnTo>
                  <a:pt x="0" y="1103538"/>
                </a:lnTo>
                <a:lnTo>
                  <a:pt x="0" y="420008"/>
                </a:lnTo>
                <a:cubicBezTo>
                  <a:pt x="0" y="188044"/>
                  <a:pt x="188044" y="0"/>
                  <a:pt x="420008" y="0"/>
                </a:cubicBezTo>
                <a:close/>
              </a:path>
            </a:pathLst>
          </a:custGeom>
          <a:solidFill>
            <a:srgbClr val="A8442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a:p>
        </p:txBody>
      </p:sp>
      <p:pic>
        <p:nvPicPr>
          <p:cNvPr id="44" name="Picture 43" descr="A logo with a maple leaf&#10;&#10;AI-generated content may be incorrect.">
            <a:extLst>
              <a:ext uri="{FF2B5EF4-FFF2-40B4-BE49-F238E27FC236}">
                <a16:creationId xmlns:a16="http://schemas.microsoft.com/office/drawing/2014/main" id="{92F12F27-6451-C360-1886-84585AE897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43518" y="1775979"/>
            <a:ext cx="360000" cy="360000"/>
          </a:xfrm>
          <a:prstGeom prst="ellipse">
            <a:avLst/>
          </a:prstGeom>
        </p:spPr>
      </p:pic>
      <p:sp>
        <p:nvSpPr>
          <p:cNvPr id="47" name="TextBox 46">
            <a:extLst>
              <a:ext uri="{FF2B5EF4-FFF2-40B4-BE49-F238E27FC236}">
                <a16:creationId xmlns:a16="http://schemas.microsoft.com/office/drawing/2014/main" id="{D98B6AAE-EAC3-B9D5-D65C-D8443AAB0611}"/>
              </a:ext>
            </a:extLst>
          </p:cNvPr>
          <p:cNvSpPr txBox="1"/>
          <p:nvPr/>
        </p:nvSpPr>
        <p:spPr>
          <a:xfrm>
            <a:off x="6553961" y="1746269"/>
            <a:ext cx="2520000" cy="307777"/>
          </a:xfrm>
          <a:prstGeom prst="rect">
            <a:avLst/>
          </a:prstGeom>
          <a:noFill/>
        </p:spPr>
        <p:txBody>
          <a:bodyPr wrap="square" rtlCol="0">
            <a:spAutoFit/>
          </a:bodyPr>
          <a:lstStyle/>
          <a:p>
            <a:pPr algn="ctr"/>
            <a:r>
              <a:rPr lang="en-US" sz="1400" dirty="0">
                <a:solidFill>
                  <a:schemeClr val="bg1"/>
                </a:solidFill>
                <a:latin typeface="Orbitron ExtraBold" pitchFamily="2" charset="0"/>
                <a:cs typeface="Dreaming Outloud Pro" panose="03050502040302030504" pitchFamily="66" charset="0"/>
              </a:rPr>
              <a:t>A. Johnson</a:t>
            </a:r>
          </a:p>
        </p:txBody>
      </p:sp>
      <p:sp>
        <p:nvSpPr>
          <p:cNvPr id="48" name="TextBox 47">
            <a:extLst>
              <a:ext uri="{FF2B5EF4-FFF2-40B4-BE49-F238E27FC236}">
                <a16:creationId xmlns:a16="http://schemas.microsoft.com/office/drawing/2014/main" id="{59BDE6EE-4E9F-5884-92C2-9AEB8F26F36D}"/>
              </a:ext>
            </a:extLst>
          </p:cNvPr>
          <p:cNvSpPr txBox="1"/>
          <p:nvPr/>
        </p:nvSpPr>
        <p:spPr>
          <a:xfrm>
            <a:off x="7655111" y="1975068"/>
            <a:ext cx="1347518" cy="261610"/>
          </a:xfrm>
          <a:prstGeom prst="rect">
            <a:avLst/>
          </a:prstGeom>
          <a:noFill/>
        </p:spPr>
        <p:txBody>
          <a:bodyPr wrap="square" rtlCol="0">
            <a:spAutoFit/>
          </a:bodyPr>
          <a:lstStyle/>
          <a:p>
            <a:pPr algn="ctr"/>
            <a:r>
              <a:rPr lang="en-US" sz="1100" dirty="0">
                <a:solidFill>
                  <a:srgbClr val="16253C"/>
                </a:solidFill>
                <a:latin typeface="Orbitron ExtraBold" pitchFamily="2" charset="0"/>
                <a:cs typeface="Dreaming Outloud Pro" panose="03050502040302030504" pitchFamily="66" charset="0"/>
              </a:rPr>
              <a:t>Id: 573302</a:t>
            </a:r>
          </a:p>
        </p:txBody>
      </p:sp>
      <p:sp>
        <p:nvSpPr>
          <p:cNvPr id="49" name="Rectangle 48">
            <a:extLst>
              <a:ext uri="{FF2B5EF4-FFF2-40B4-BE49-F238E27FC236}">
                <a16:creationId xmlns:a16="http://schemas.microsoft.com/office/drawing/2014/main" id="{6BBC0491-8F0A-29ED-5AE4-0BD6B5138413}"/>
              </a:ext>
            </a:extLst>
          </p:cNvPr>
          <p:cNvSpPr/>
          <p:nvPr/>
        </p:nvSpPr>
        <p:spPr>
          <a:xfrm>
            <a:off x="6351898" y="2255209"/>
            <a:ext cx="2520000" cy="639637"/>
          </a:xfrm>
          <a:prstGeom prst="rect">
            <a:avLst/>
          </a:prstGeom>
          <a:solidFill>
            <a:srgbClr val="1625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50" name="Straight Connector 49">
            <a:extLst>
              <a:ext uri="{FF2B5EF4-FFF2-40B4-BE49-F238E27FC236}">
                <a16:creationId xmlns:a16="http://schemas.microsoft.com/office/drawing/2014/main" id="{A3F98519-8412-2FDB-DCF8-FE9271771DFF}"/>
              </a:ext>
            </a:extLst>
          </p:cNvPr>
          <p:cNvCxnSpPr>
            <a:cxnSpLocks/>
          </p:cNvCxnSpPr>
          <p:nvPr/>
        </p:nvCxnSpPr>
        <p:spPr>
          <a:xfrm>
            <a:off x="6351084" y="2255287"/>
            <a:ext cx="254069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19D597A1-A520-B7AD-F716-DDA56FAE7A17}"/>
              </a:ext>
            </a:extLst>
          </p:cNvPr>
          <p:cNvSpPr txBox="1"/>
          <p:nvPr/>
        </p:nvSpPr>
        <p:spPr>
          <a:xfrm>
            <a:off x="6363206" y="2289883"/>
            <a:ext cx="2508691" cy="2462213"/>
          </a:xfrm>
          <a:prstGeom prst="rect">
            <a:avLst/>
          </a:prstGeom>
          <a:noFill/>
        </p:spPr>
        <p:txBody>
          <a:bodyPr wrap="square" rtlCol="0">
            <a:spAutoFit/>
          </a:bodyPr>
          <a:lstStyle/>
          <a:p>
            <a:pPr algn="ctr"/>
            <a:r>
              <a:rPr lang="en-US" sz="1400" b="1" dirty="0">
                <a:solidFill>
                  <a:srgbClr val="A84420"/>
                </a:solidFill>
                <a:latin typeface="Orbitron" pitchFamily="2" charset="0"/>
                <a:cs typeface="Dreaming Outloud Pro" panose="03050502040302030504" pitchFamily="66" charset="0"/>
              </a:rPr>
              <a:t>Blood Type: </a:t>
            </a:r>
          </a:p>
          <a:p>
            <a:pPr algn="ctr"/>
            <a:r>
              <a:rPr lang="en-US" sz="1400" dirty="0">
                <a:solidFill>
                  <a:schemeClr val="bg1"/>
                </a:solidFill>
                <a:latin typeface="Orbitron" pitchFamily="2" charset="0"/>
                <a:cs typeface="Dreaming Outloud Pro" panose="03050502040302030504" pitchFamily="66" charset="0"/>
              </a:rPr>
              <a:t>B+</a:t>
            </a:r>
            <a:endParaRPr lang="en-US" sz="1400" baseline="30000" dirty="0">
              <a:solidFill>
                <a:schemeClr val="bg1"/>
              </a:solidFill>
              <a:latin typeface="Orbitron" pitchFamily="2" charset="0"/>
              <a:cs typeface="Dreaming Outloud Pro" panose="03050502040302030504" pitchFamily="66" charset="0"/>
            </a:endParaRPr>
          </a:p>
          <a:p>
            <a:pPr algn="ctr"/>
            <a:endParaRPr lang="en-US" sz="1400" dirty="0">
              <a:solidFill>
                <a:schemeClr val="bg1"/>
              </a:solidFill>
              <a:latin typeface="Orbitron" pitchFamily="2" charset="0"/>
              <a:cs typeface="Dreaming Outloud Pro" panose="03050502040302030504" pitchFamily="66" charset="0"/>
            </a:endParaRPr>
          </a:p>
          <a:p>
            <a:pPr algn="ctr"/>
            <a:r>
              <a:rPr lang="en-US" sz="1400" b="1" dirty="0">
                <a:solidFill>
                  <a:srgbClr val="A84420"/>
                </a:solidFill>
                <a:latin typeface="Orbitron" pitchFamily="2" charset="0"/>
                <a:cs typeface="Dreaming Outloud Pro" panose="03050502040302030504" pitchFamily="66" charset="0"/>
              </a:rPr>
              <a:t>Allergies:</a:t>
            </a:r>
          </a:p>
          <a:p>
            <a:pPr algn="ctr"/>
            <a:r>
              <a:rPr lang="en-US" sz="1400" dirty="0">
                <a:solidFill>
                  <a:schemeClr val="bg1"/>
                </a:solidFill>
                <a:latin typeface="Orbitron" pitchFamily="2" charset="0"/>
                <a:cs typeface="Dreaming Outloud Pro" panose="03050502040302030504" pitchFamily="66" charset="0"/>
              </a:rPr>
              <a:t>Pet Dander</a:t>
            </a:r>
          </a:p>
          <a:p>
            <a:pPr algn="ctr"/>
            <a:endParaRPr lang="en-US" sz="1400" dirty="0">
              <a:solidFill>
                <a:schemeClr val="bg1"/>
              </a:solidFill>
              <a:latin typeface="Orbitron" pitchFamily="2" charset="0"/>
              <a:cs typeface="Dreaming Outloud Pro" panose="03050502040302030504" pitchFamily="66" charset="0"/>
            </a:endParaRPr>
          </a:p>
          <a:p>
            <a:pPr algn="ctr"/>
            <a:r>
              <a:rPr lang="en-US" sz="1400" b="1" dirty="0">
                <a:solidFill>
                  <a:srgbClr val="A84420"/>
                </a:solidFill>
                <a:latin typeface="Orbitron" pitchFamily="2" charset="0"/>
                <a:cs typeface="Dreaming Outloud Pro" panose="03050502040302030504" pitchFamily="66" charset="0"/>
              </a:rPr>
              <a:t>Clearance level: </a:t>
            </a:r>
          </a:p>
          <a:p>
            <a:pPr algn="ctr"/>
            <a:r>
              <a:rPr lang="en-US" sz="1400" dirty="0">
                <a:solidFill>
                  <a:schemeClr val="bg1"/>
                </a:solidFill>
                <a:latin typeface="Orbitron" pitchFamily="2" charset="0"/>
                <a:cs typeface="Dreaming Outloud Pro" panose="03050502040302030504" pitchFamily="66" charset="0"/>
              </a:rPr>
              <a:t>Level 2</a:t>
            </a:r>
          </a:p>
          <a:p>
            <a:pPr algn="ctr"/>
            <a:endParaRPr lang="en-US" sz="1400" dirty="0">
              <a:solidFill>
                <a:schemeClr val="bg1"/>
              </a:solidFill>
              <a:latin typeface="Orbitron" pitchFamily="2" charset="0"/>
              <a:cs typeface="Dreaming Outloud Pro" panose="03050502040302030504" pitchFamily="66" charset="0"/>
            </a:endParaRPr>
          </a:p>
          <a:p>
            <a:pPr algn="ctr"/>
            <a:r>
              <a:rPr lang="en-US" sz="1400" b="1" dirty="0">
                <a:solidFill>
                  <a:srgbClr val="A84420"/>
                </a:solidFill>
                <a:latin typeface="Orbitron" pitchFamily="2" charset="0"/>
                <a:cs typeface="Dreaming Outloud Pro" panose="03050502040302030504" pitchFamily="66" charset="0"/>
              </a:rPr>
              <a:t>Gravity Rating:</a:t>
            </a:r>
          </a:p>
          <a:p>
            <a:pPr algn="ctr"/>
            <a:r>
              <a:rPr lang="en-US" sz="1400" dirty="0">
                <a:solidFill>
                  <a:schemeClr val="bg1"/>
                </a:solidFill>
                <a:latin typeface="Orbitron" pitchFamily="2" charset="0"/>
                <a:cs typeface="Dreaming Outloud Pro" panose="03050502040302030504" pitchFamily="66" charset="0"/>
              </a:rPr>
              <a:t>6.3 g </a:t>
            </a:r>
          </a:p>
        </p:txBody>
      </p:sp>
      <p:sp>
        <p:nvSpPr>
          <p:cNvPr id="52" name="Rectangle: Rounded Corners 51">
            <a:extLst>
              <a:ext uri="{FF2B5EF4-FFF2-40B4-BE49-F238E27FC236}">
                <a16:creationId xmlns:a16="http://schemas.microsoft.com/office/drawing/2014/main" id="{09BB4914-7905-04D9-7ED8-8808D7C5B9EA}"/>
              </a:ext>
            </a:extLst>
          </p:cNvPr>
          <p:cNvSpPr/>
          <p:nvPr/>
        </p:nvSpPr>
        <p:spPr>
          <a:xfrm>
            <a:off x="9116065" y="1690688"/>
            <a:ext cx="2520000" cy="3600000"/>
          </a:xfrm>
          <a:prstGeom prst="roundRect">
            <a:avLst/>
          </a:prstGeom>
          <a:solidFill>
            <a:srgbClr val="16253C"/>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3" name="Freeform: Shape 52">
            <a:extLst>
              <a:ext uri="{FF2B5EF4-FFF2-40B4-BE49-F238E27FC236}">
                <a16:creationId xmlns:a16="http://schemas.microsoft.com/office/drawing/2014/main" id="{B5757EE1-8707-4C71-3661-AF9DFBFE874C}"/>
              </a:ext>
            </a:extLst>
          </p:cNvPr>
          <p:cNvSpPr/>
          <p:nvPr/>
        </p:nvSpPr>
        <p:spPr>
          <a:xfrm>
            <a:off x="9116065" y="1690688"/>
            <a:ext cx="2520000" cy="1103538"/>
          </a:xfrm>
          <a:custGeom>
            <a:avLst/>
            <a:gdLst>
              <a:gd name="csX0" fmla="*/ 420008 w 2520000"/>
              <a:gd name="csY0" fmla="*/ 0 h 1103538"/>
              <a:gd name="csX1" fmla="*/ 2099992 w 2520000"/>
              <a:gd name="csY1" fmla="*/ 0 h 1103538"/>
              <a:gd name="csX2" fmla="*/ 2520000 w 2520000"/>
              <a:gd name="csY2" fmla="*/ 420008 h 1103538"/>
              <a:gd name="csX3" fmla="*/ 2520000 w 2520000"/>
              <a:gd name="csY3" fmla="*/ 1103538 h 1103538"/>
              <a:gd name="csX4" fmla="*/ 0 w 2520000"/>
              <a:gd name="csY4" fmla="*/ 1103538 h 1103538"/>
              <a:gd name="csX5" fmla="*/ 0 w 2520000"/>
              <a:gd name="csY5" fmla="*/ 420008 h 1103538"/>
              <a:gd name="csX6" fmla="*/ 420008 w 2520000"/>
              <a:gd name="csY6" fmla="*/ 0 h 110353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20000" h="1103538">
                <a:moveTo>
                  <a:pt x="420008" y="0"/>
                </a:moveTo>
                <a:lnTo>
                  <a:pt x="2099992" y="0"/>
                </a:lnTo>
                <a:cubicBezTo>
                  <a:pt x="2331956" y="0"/>
                  <a:pt x="2520000" y="188044"/>
                  <a:pt x="2520000" y="420008"/>
                </a:cubicBezTo>
                <a:lnTo>
                  <a:pt x="2520000" y="1103538"/>
                </a:lnTo>
                <a:lnTo>
                  <a:pt x="0" y="1103538"/>
                </a:lnTo>
                <a:lnTo>
                  <a:pt x="0" y="420008"/>
                </a:lnTo>
                <a:cubicBezTo>
                  <a:pt x="0" y="188044"/>
                  <a:pt x="188044" y="0"/>
                  <a:pt x="420008" y="0"/>
                </a:cubicBezTo>
                <a:close/>
              </a:path>
            </a:pathLst>
          </a:custGeom>
          <a:solidFill>
            <a:srgbClr val="A8442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a:p>
        </p:txBody>
      </p:sp>
      <p:pic>
        <p:nvPicPr>
          <p:cNvPr id="54" name="Picture 53" descr="A logo with a maple leaf&#10;&#10;AI-generated content may be incorrect.">
            <a:extLst>
              <a:ext uri="{FF2B5EF4-FFF2-40B4-BE49-F238E27FC236}">
                <a16:creationId xmlns:a16="http://schemas.microsoft.com/office/drawing/2014/main" id="{B513899A-8A86-D15E-DC8B-0072870C0E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06576" y="1775979"/>
            <a:ext cx="360000" cy="360000"/>
          </a:xfrm>
          <a:prstGeom prst="ellipse">
            <a:avLst/>
          </a:prstGeom>
        </p:spPr>
      </p:pic>
      <p:sp>
        <p:nvSpPr>
          <p:cNvPr id="55" name="TextBox 54">
            <a:extLst>
              <a:ext uri="{FF2B5EF4-FFF2-40B4-BE49-F238E27FC236}">
                <a16:creationId xmlns:a16="http://schemas.microsoft.com/office/drawing/2014/main" id="{A5B8DFCD-1667-8F12-AC36-CA3170F62E87}"/>
              </a:ext>
            </a:extLst>
          </p:cNvPr>
          <p:cNvSpPr txBox="1"/>
          <p:nvPr/>
        </p:nvSpPr>
        <p:spPr>
          <a:xfrm>
            <a:off x="9317019" y="1746269"/>
            <a:ext cx="2520000" cy="307777"/>
          </a:xfrm>
          <a:prstGeom prst="rect">
            <a:avLst/>
          </a:prstGeom>
          <a:noFill/>
        </p:spPr>
        <p:txBody>
          <a:bodyPr wrap="square" rtlCol="0">
            <a:spAutoFit/>
          </a:bodyPr>
          <a:lstStyle/>
          <a:p>
            <a:pPr algn="ctr"/>
            <a:r>
              <a:rPr lang="en-US" sz="1400" dirty="0">
                <a:solidFill>
                  <a:schemeClr val="bg1"/>
                </a:solidFill>
                <a:latin typeface="Orbitron ExtraBold" pitchFamily="2" charset="0"/>
                <a:cs typeface="Dreaming Outloud Pro" panose="03050502040302030504" pitchFamily="66" charset="0"/>
              </a:rPr>
              <a:t>P. Tremblay</a:t>
            </a:r>
          </a:p>
        </p:txBody>
      </p:sp>
      <p:sp>
        <p:nvSpPr>
          <p:cNvPr id="56" name="TextBox 55">
            <a:extLst>
              <a:ext uri="{FF2B5EF4-FFF2-40B4-BE49-F238E27FC236}">
                <a16:creationId xmlns:a16="http://schemas.microsoft.com/office/drawing/2014/main" id="{6AF8C9EE-A6B4-858B-5A3B-60E56FF291F2}"/>
              </a:ext>
            </a:extLst>
          </p:cNvPr>
          <p:cNvSpPr txBox="1"/>
          <p:nvPr/>
        </p:nvSpPr>
        <p:spPr>
          <a:xfrm>
            <a:off x="10418169" y="1975068"/>
            <a:ext cx="1347518" cy="261610"/>
          </a:xfrm>
          <a:prstGeom prst="rect">
            <a:avLst/>
          </a:prstGeom>
          <a:noFill/>
        </p:spPr>
        <p:txBody>
          <a:bodyPr wrap="square" rtlCol="0">
            <a:spAutoFit/>
          </a:bodyPr>
          <a:lstStyle/>
          <a:p>
            <a:pPr algn="ctr"/>
            <a:r>
              <a:rPr lang="en-US" sz="1100" dirty="0">
                <a:solidFill>
                  <a:srgbClr val="16253C"/>
                </a:solidFill>
                <a:latin typeface="Orbitron ExtraBold" pitchFamily="2" charset="0"/>
                <a:cs typeface="Dreaming Outloud Pro" panose="03050502040302030504" pitchFamily="66" charset="0"/>
              </a:rPr>
              <a:t>Id: 875963</a:t>
            </a:r>
          </a:p>
        </p:txBody>
      </p:sp>
      <p:sp>
        <p:nvSpPr>
          <p:cNvPr id="57" name="Rectangle 56">
            <a:extLst>
              <a:ext uri="{FF2B5EF4-FFF2-40B4-BE49-F238E27FC236}">
                <a16:creationId xmlns:a16="http://schemas.microsoft.com/office/drawing/2014/main" id="{9663325D-97AD-6BF7-A3C4-E7F8DC6AE67B}"/>
              </a:ext>
            </a:extLst>
          </p:cNvPr>
          <p:cNvSpPr/>
          <p:nvPr/>
        </p:nvSpPr>
        <p:spPr>
          <a:xfrm>
            <a:off x="9114956" y="2255209"/>
            <a:ext cx="2520000" cy="639637"/>
          </a:xfrm>
          <a:prstGeom prst="rect">
            <a:avLst/>
          </a:prstGeom>
          <a:solidFill>
            <a:srgbClr val="1625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58" name="Straight Connector 57">
            <a:extLst>
              <a:ext uri="{FF2B5EF4-FFF2-40B4-BE49-F238E27FC236}">
                <a16:creationId xmlns:a16="http://schemas.microsoft.com/office/drawing/2014/main" id="{C9E4B039-DFA0-B943-B6AC-9C1BA576258D}"/>
              </a:ext>
            </a:extLst>
          </p:cNvPr>
          <p:cNvCxnSpPr>
            <a:cxnSpLocks/>
          </p:cNvCxnSpPr>
          <p:nvPr/>
        </p:nvCxnSpPr>
        <p:spPr>
          <a:xfrm>
            <a:off x="9114142" y="2255287"/>
            <a:ext cx="254069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7B4620CE-0814-6910-ED2E-D1F70CD9A2A5}"/>
              </a:ext>
            </a:extLst>
          </p:cNvPr>
          <p:cNvSpPr txBox="1"/>
          <p:nvPr/>
        </p:nvSpPr>
        <p:spPr>
          <a:xfrm>
            <a:off x="9126264" y="2289883"/>
            <a:ext cx="2508691" cy="2462213"/>
          </a:xfrm>
          <a:prstGeom prst="rect">
            <a:avLst/>
          </a:prstGeom>
          <a:noFill/>
        </p:spPr>
        <p:txBody>
          <a:bodyPr wrap="square" rtlCol="0">
            <a:spAutoFit/>
          </a:bodyPr>
          <a:lstStyle/>
          <a:p>
            <a:pPr algn="ctr"/>
            <a:r>
              <a:rPr lang="en-US" sz="1400" b="1" dirty="0">
                <a:solidFill>
                  <a:srgbClr val="A84420"/>
                </a:solidFill>
                <a:latin typeface="Orbitron" pitchFamily="2" charset="0"/>
                <a:cs typeface="Dreaming Outloud Pro" panose="03050502040302030504" pitchFamily="66" charset="0"/>
              </a:rPr>
              <a:t>Blood Type: </a:t>
            </a:r>
          </a:p>
          <a:p>
            <a:pPr algn="ctr"/>
            <a:r>
              <a:rPr lang="en-US" sz="1400" dirty="0">
                <a:solidFill>
                  <a:schemeClr val="bg1"/>
                </a:solidFill>
                <a:latin typeface="Orbitron" pitchFamily="2" charset="0"/>
                <a:cs typeface="Dreaming Outloud Pro" panose="03050502040302030504" pitchFamily="66" charset="0"/>
              </a:rPr>
              <a:t>O-</a:t>
            </a:r>
            <a:endParaRPr lang="en-US" sz="1400" baseline="30000" dirty="0">
              <a:solidFill>
                <a:schemeClr val="bg1"/>
              </a:solidFill>
              <a:latin typeface="Orbitron" pitchFamily="2" charset="0"/>
              <a:cs typeface="Dreaming Outloud Pro" panose="03050502040302030504" pitchFamily="66" charset="0"/>
            </a:endParaRPr>
          </a:p>
          <a:p>
            <a:pPr algn="ctr"/>
            <a:endParaRPr lang="en-US" sz="1400" dirty="0">
              <a:solidFill>
                <a:schemeClr val="bg1"/>
              </a:solidFill>
              <a:latin typeface="Orbitron" pitchFamily="2" charset="0"/>
              <a:cs typeface="Dreaming Outloud Pro" panose="03050502040302030504" pitchFamily="66" charset="0"/>
            </a:endParaRPr>
          </a:p>
          <a:p>
            <a:pPr algn="ctr"/>
            <a:r>
              <a:rPr lang="en-US" sz="1400" b="1" dirty="0">
                <a:solidFill>
                  <a:srgbClr val="A84420"/>
                </a:solidFill>
                <a:latin typeface="Orbitron" pitchFamily="2" charset="0"/>
                <a:cs typeface="Dreaming Outloud Pro" panose="03050502040302030504" pitchFamily="66" charset="0"/>
              </a:rPr>
              <a:t>Allergies:</a:t>
            </a:r>
          </a:p>
          <a:p>
            <a:pPr algn="ctr"/>
            <a:r>
              <a:rPr lang="en-US" sz="1400" dirty="0">
                <a:solidFill>
                  <a:schemeClr val="bg1"/>
                </a:solidFill>
                <a:latin typeface="Orbitron" pitchFamily="2" charset="0"/>
                <a:cs typeface="Dreaming Outloud Pro" panose="03050502040302030504" pitchFamily="66" charset="0"/>
              </a:rPr>
              <a:t>Peanuts – Shellfish</a:t>
            </a:r>
          </a:p>
          <a:p>
            <a:pPr algn="ctr"/>
            <a:endParaRPr lang="en-US" sz="1400" dirty="0">
              <a:solidFill>
                <a:schemeClr val="bg1"/>
              </a:solidFill>
              <a:latin typeface="Orbitron" pitchFamily="2" charset="0"/>
              <a:cs typeface="Dreaming Outloud Pro" panose="03050502040302030504" pitchFamily="66" charset="0"/>
            </a:endParaRPr>
          </a:p>
          <a:p>
            <a:pPr algn="ctr"/>
            <a:r>
              <a:rPr lang="en-US" sz="1400" b="1" dirty="0">
                <a:solidFill>
                  <a:srgbClr val="A84420"/>
                </a:solidFill>
                <a:latin typeface="Orbitron" pitchFamily="2" charset="0"/>
                <a:cs typeface="Dreaming Outloud Pro" panose="03050502040302030504" pitchFamily="66" charset="0"/>
              </a:rPr>
              <a:t>Clearance level: </a:t>
            </a:r>
          </a:p>
          <a:p>
            <a:pPr algn="ctr"/>
            <a:r>
              <a:rPr lang="en-US" sz="1400" dirty="0">
                <a:solidFill>
                  <a:schemeClr val="bg1"/>
                </a:solidFill>
                <a:latin typeface="Orbitron" pitchFamily="2" charset="0"/>
                <a:cs typeface="Dreaming Outloud Pro" panose="03050502040302030504" pitchFamily="66" charset="0"/>
              </a:rPr>
              <a:t>Level 3</a:t>
            </a:r>
          </a:p>
          <a:p>
            <a:pPr algn="ctr"/>
            <a:endParaRPr lang="en-US" sz="1400" dirty="0">
              <a:solidFill>
                <a:schemeClr val="bg1"/>
              </a:solidFill>
              <a:latin typeface="Orbitron" pitchFamily="2" charset="0"/>
              <a:cs typeface="Dreaming Outloud Pro" panose="03050502040302030504" pitchFamily="66" charset="0"/>
            </a:endParaRPr>
          </a:p>
          <a:p>
            <a:pPr algn="ctr"/>
            <a:r>
              <a:rPr lang="en-US" sz="1400" b="1" dirty="0">
                <a:solidFill>
                  <a:srgbClr val="A84420"/>
                </a:solidFill>
                <a:latin typeface="Orbitron" pitchFamily="2" charset="0"/>
                <a:cs typeface="Dreaming Outloud Pro" panose="03050502040302030504" pitchFamily="66" charset="0"/>
              </a:rPr>
              <a:t>Gravity Rating:</a:t>
            </a:r>
          </a:p>
          <a:p>
            <a:pPr algn="ctr"/>
            <a:r>
              <a:rPr lang="en-US" sz="1400" dirty="0">
                <a:solidFill>
                  <a:schemeClr val="bg1"/>
                </a:solidFill>
                <a:latin typeface="Orbitron" pitchFamily="2" charset="0"/>
                <a:cs typeface="Dreaming Outloud Pro" panose="03050502040302030504" pitchFamily="66" charset="0"/>
              </a:rPr>
              <a:t>7.1 g </a:t>
            </a:r>
          </a:p>
        </p:txBody>
      </p:sp>
    </p:spTree>
    <p:extLst>
      <p:ext uri="{BB962C8B-B14F-4D97-AF65-F5344CB8AC3E}">
        <p14:creationId xmlns:p14="http://schemas.microsoft.com/office/powerpoint/2010/main" val="4566987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F9812-3271-72CA-303B-7FA98A40A1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F59FCD-D8AB-A0B0-6797-A7525AE04E9D}"/>
              </a:ext>
            </a:extLst>
          </p:cNvPr>
          <p:cNvSpPr>
            <a:spLocks noGrp="1"/>
          </p:cNvSpPr>
          <p:nvPr>
            <p:ph type="title"/>
          </p:nvPr>
        </p:nvSpPr>
        <p:spPr/>
        <p:txBody>
          <a:bodyPr/>
          <a:lstStyle/>
          <a:p>
            <a:r>
              <a:rPr lang="en-US" dirty="0">
                <a:latin typeface="Orbitron ExtraBold" pitchFamily="2" charset="0"/>
              </a:rPr>
              <a:t>Design elements</a:t>
            </a:r>
            <a:endParaRPr lang="en-CA" dirty="0">
              <a:latin typeface="Orbitron ExtraBold" pitchFamily="2" charset="0"/>
            </a:endParaRPr>
          </a:p>
        </p:txBody>
      </p:sp>
      <p:pic>
        <p:nvPicPr>
          <p:cNvPr id="6" name="Content Placeholder 5" descr="Rocket with solid fill">
            <a:extLst>
              <a:ext uri="{FF2B5EF4-FFF2-40B4-BE49-F238E27FC236}">
                <a16:creationId xmlns:a16="http://schemas.microsoft.com/office/drawing/2014/main" id="{8471090E-AD15-D977-19A3-37524B1CD94C}"/>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1297650" y="1941244"/>
            <a:ext cx="540000" cy="540000"/>
          </a:xfrm>
        </p:spPr>
      </p:pic>
      <p:pic>
        <p:nvPicPr>
          <p:cNvPr id="10" name="Graphic 9" descr="Planet with solid fill">
            <a:extLst>
              <a:ext uri="{FF2B5EF4-FFF2-40B4-BE49-F238E27FC236}">
                <a16:creationId xmlns:a16="http://schemas.microsoft.com/office/drawing/2014/main" id="{45223B8C-82A5-55D1-0D04-280C75E2F7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83950" y="1941244"/>
            <a:ext cx="540000" cy="540000"/>
          </a:xfrm>
          <a:prstGeom prst="rect">
            <a:avLst/>
          </a:prstGeom>
        </p:spPr>
      </p:pic>
      <p:pic>
        <p:nvPicPr>
          <p:cNvPr id="12" name="Graphic 11" descr="Uranus with solid fill">
            <a:extLst>
              <a:ext uri="{FF2B5EF4-FFF2-40B4-BE49-F238E27FC236}">
                <a16:creationId xmlns:a16="http://schemas.microsoft.com/office/drawing/2014/main" id="{37C05D47-3D64-DD26-12A2-3F4164BA10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52900" y="1941244"/>
            <a:ext cx="540000" cy="540000"/>
          </a:xfrm>
          <a:prstGeom prst="rect">
            <a:avLst/>
          </a:prstGeom>
        </p:spPr>
      </p:pic>
      <p:pic>
        <p:nvPicPr>
          <p:cNvPr id="14" name="Graphic 13" descr="Astronaut female with solid fill">
            <a:extLst>
              <a:ext uri="{FF2B5EF4-FFF2-40B4-BE49-F238E27FC236}">
                <a16:creationId xmlns:a16="http://schemas.microsoft.com/office/drawing/2014/main" id="{B75BE149-2245-B605-309D-CEC381ED750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190800" y="1941244"/>
            <a:ext cx="540000" cy="540000"/>
          </a:xfrm>
          <a:prstGeom prst="rect">
            <a:avLst/>
          </a:prstGeom>
        </p:spPr>
      </p:pic>
      <p:pic>
        <p:nvPicPr>
          <p:cNvPr id="16" name="Graphic 15" descr="Earth with solid fill">
            <a:extLst>
              <a:ext uri="{FF2B5EF4-FFF2-40B4-BE49-F238E27FC236}">
                <a16:creationId xmlns:a16="http://schemas.microsoft.com/office/drawing/2014/main" id="{753D3CE2-C60E-04C9-AE28-0D9CB49CC11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715000" y="1941244"/>
            <a:ext cx="540000" cy="540000"/>
          </a:xfrm>
          <a:prstGeom prst="rect">
            <a:avLst/>
          </a:prstGeom>
        </p:spPr>
      </p:pic>
      <p:pic>
        <p:nvPicPr>
          <p:cNvPr id="18" name="Graphic 17" descr="Astronaut male with solid fill">
            <a:extLst>
              <a:ext uri="{FF2B5EF4-FFF2-40B4-BE49-F238E27FC236}">
                <a16:creationId xmlns:a16="http://schemas.microsoft.com/office/drawing/2014/main" id="{01B54853-E5D8-01E6-9189-CFED070AE7E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559750" y="1941244"/>
            <a:ext cx="540000" cy="540000"/>
          </a:xfrm>
          <a:prstGeom prst="rect">
            <a:avLst/>
          </a:prstGeom>
        </p:spPr>
      </p:pic>
      <p:pic>
        <p:nvPicPr>
          <p:cNvPr id="20" name="Graphic 19" descr="Satellite with solid fill">
            <a:extLst>
              <a:ext uri="{FF2B5EF4-FFF2-40B4-BE49-F238E27FC236}">
                <a16:creationId xmlns:a16="http://schemas.microsoft.com/office/drawing/2014/main" id="{0A26C066-0112-9BA2-25BC-C7AE45D8C40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928700" y="1941244"/>
            <a:ext cx="540000" cy="540000"/>
          </a:xfrm>
          <a:prstGeom prst="rect">
            <a:avLst/>
          </a:prstGeom>
        </p:spPr>
      </p:pic>
      <p:pic>
        <p:nvPicPr>
          <p:cNvPr id="22" name="Graphic 21" descr="Saturn with solid fill">
            <a:extLst>
              <a:ext uri="{FF2B5EF4-FFF2-40B4-BE49-F238E27FC236}">
                <a16:creationId xmlns:a16="http://schemas.microsoft.com/office/drawing/2014/main" id="{42C34387-B761-F83E-B791-AEE4589536A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821850" y="1941244"/>
            <a:ext cx="540000" cy="540000"/>
          </a:xfrm>
          <a:prstGeom prst="rect">
            <a:avLst/>
          </a:prstGeom>
        </p:spPr>
      </p:pic>
      <p:pic>
        <p:nvPicPr>
          <p:cNvPr id="24" name="Graphic 23" descr="Telescope with solid fill">
            <a:extLst>
              <a:ext uri="{FF2B5EF4-FFF2-40B4-BE49-F238E27FC236}">
                <a16:creationId xmlns:a16="http://schemas.microsoft.com/office/drawing/2014/main" id="{8ED9EE03-2ACA-7D42-3B02-3D17986449E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66600" y="1941844"/>
            <a:ext cx="540000" cy="540000"/>
          </a:xfrm>
          <a:prstGeom prst="rect">
            <a:avLst/>
          </a:prstGeom>
        </p:spPr>
      </p:pic>
      <p:pic>
        <p:nvPicPr>
          <p:cNvPr id="26" name="Graphic 25" descr="Shower with solid fill">
            <a:extLst>
              <a:ext uri="{FF2B5EF4-FFF2-40B4-BE49-F238E27FC236}">
                <a16:creationId xmlns:a16="http://schemas.microsoft.com/office/drawing/2014/main" id="{A078E885-500F-CE4A-83CB-A3919B02EA5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66600" y="2556244"/>
            <a:ext cx="540000" cy="540000"/>
          </a:xfrm>
          <a:prstGeom prst="rect">
            <a:avLst/>
          </a:prstGeom>
        </p:spPr>
      </p:pic>
      <p:pic>
        <p:nvPicPr>
          <p:cNvPr id="28" name="Graphic 27" descr="Bento Box with solid fill">
            <a:extLst>
              <a:ext uri="{FF2B5EF4-FFF2-40B4-BE49-F238E27FC236}">
                <a16:creationId xmlns:a16="http://schemas.microsoft.com/office/drawing/2014/main" id="{221D92DC-BFAD-A8C4-DFCA-4BB1AAE529EE}"/>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297650" y="2556244"/>
            <a:ext cx="540000" cy="540000"/>
          </a:xfrm>
          <a:prstGeom prst="rect">
            <a:avLst/>
          </a:prstGeom>
        </p:spPr>
      </p:pic>
      <p:pic>
        <p:nvPicPr>
          <p:cNvPr id="30" name="Graphic 29" descr="Table setting with solid fill">
            <a:extLst>
              <a:ext uri="{FF2B5EF4-FFF2-40B4-BE49-F238E27FC236}">
                <a16:creationId xmlns:a16="http://schemas.microsoft.com/office/drawing/2014/main" id="{38DE41FA-E4FC-6434-89A1-A21BAF75388B}"/>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928700" y="2556244"/>
            <a:ext cx="540000" cy="540000"/>
          </a:xfrm>
          <a:prstGeom prst="rect">
            <a:avLst/>
          </a:prstGeom>
        </p:spPr>
      </p:pic>
      <p:pic>
        <p:nvPicPr>
          <p:cNvPr id="32" name="Graphic 31" descr="Database with solid fill">
            <a:extLst>
              <a:ext uri="{FF2B5EF4-FFF2-40B4-BE49-F238E27FC236}">
                <a16:creationId xmlns:a16="http://schemas.microsoft.com/office/drawing/2014/main" id="{06805084-E511-4A35-37EC-6200A2D0093B}"/>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66600" y="3761756"/>
            <a:ext cx="540000" cy="540000"/>
          </a:xfrm>
          <a:prstGeom prst="rect">
            <a:avLst/>
          </a:prstGeom>
        </p:spPr>
      </p:pic>
      <p:pic>
        <p:nvPicPr>
          <p:cNvPr id="34" name="Graphic 33" descr="Playing card with solid fill">
            <a:extLst>
              <a:ext uri="{FF2B5EF4-FFF2-40B4-BE49-F238E27FC236}">
                <a16:creationId xmlns:a16="http://schemas.microsoft.com/office/drawing/2014/main" id="{831692D6-331F-8427-5BDC-CCE9123D9835}"/>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346050" y="2556244"/>
            <a:ext cx="540000" cy="540000"/>
          </a:xfrm>
          <a:prstGeom prst="rect">
            <a:avLst/>
          </a:prstGeom>
        </p:spPr>
      </p:pic>
      <p:pic>
        <p:nvPicPr>
          <p:cNvPr id="36" name="Graphic 35" descr="Battery charging with solid fill">
            <a:extLst>
              <a:ext uri="{FF2B5EF4-FFF2-40B4-BE49-F238E27FC236}">
                <a16:creationId xmlns:a16="http://schemas.microsoft.com/office/drawing/2014/main" id="{EE8343D6-81EF-F0CD-961E-956599CEEF67}"/>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452900" y="3159000"/>
            <a:ext cx="540000" cy="540000"/>
          </a:xfrm>
          <a:prstGeom prst="rect">
            <a:avLst/>
          </a:prstGeom>
        </p:spPr>
      </p:pic>
      <p:pic>
        <p:nvPicPr>
          <p:cNvPr id="38" name="Graphic 37" descr="Lock with solid fill">
            <a:extLst>
              <a:ext uri="{FF2B5EF4-FFF2-40B4-BE49-F238E27FC236}">
                <a16:creationId xmlns:a16="http://schemas.microsoft.com/office/drawing/2014/main" id="{E21202F8-BC21-50D0-CE61-898F7D1C4F2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2559750" y="3761756"/>
            <a:ext cx="540000" cy="540000"/>
          </a:xfrm>
          <a:prstGeom prst="rect">
            <a:avLst/>
          </a:prstGeom>
        </p:spPr>
      </p:pic>
      <p:pic>
        <p:nvPicPr>
          <p:cNvPr id="40" name="Graphic 39" descr="Shield with solid fill">
            <a:extLst>
              <a:ext uri="{FF2B5EF4-FFF2-40B4-BE49-F238E27FC236}">
                <a16:creationId xmlns:a16="http://schemas.microsoft.com/office/drawing/2014/main" id="{9F6687DC-581E-02B7-27A7-E4D0A6F20159}"/>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928700" y="3761756"/>
            <a:ext cx="540000" cy="540000"/>
          </a:xfrm>
          <a:prstGeom prst="rect">
            <a:avLst/>
          </a:prstGeom>
        </p:spPr>
      </p:pic>
      <p:pic>
        <p:nvPicPr>
          <p:cNvPr id="42" name="Graphic 41" descr="Hammer with solid fill">
            <a:extLst>
              <a:ext uri="{FF2B5EF4-FFF2-40B4-BE49-F238E27FC236}">
                <a16:creationId xmlns:a16="http://schemas.microsoft.com/office/drawing/2014/main" id="{CEF7F6FC-C40D-10DD-C13B-8B840BFDB6D8}"/>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928700" y="3170644"/>
            <a:ext cx="540000" cy="540000"/>
          </a:xfrm>
          <a:prstGeom prst="rect">
            <a:avLst/>
          </a:prstGeom>
        </p:spPr>
      </p:pic>
      <p:pic>
        <p:nvPicPr>
          <p:cNvPr id="44" name="Graphic 43" descr="Tools with solid fill">
            <a:extLst>
              <a:ext uri="{FF2B5EF4-FFF2-40B4-BE49-F238E27FC236}">
                <a16:creationId xmlns:a16="http://schemas.microsoft.com/office/drawing/2014/main" id="{7EE06018-6712-38CE-1230-542A203B68BE}"/>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666600" y="3159000"/>
            <a:ext cx="540000" cy="540000"/>
          </a:xfrm>
          <a:prstGeom prst="rect">
            <a:avLst/>
          </a:prstGeom>
        </p:spPr>
      </p:pic>
      <p:pic>
        <p:nvPicPr>
          <p:cNvPr id="46" name="Graphic 45" descr="Wrench with solid fill">
            <a:extLst>
              <a:ext uri="{FF2B5EF4-FFF2-40B4-BE49-F238E27FC236}">
                <a16:creationId xmlns:a16="http://schemas.microsoft.com/office/drawing/2014/main" id="{26592DC0-A948-A511-387F-A729AC1E5349}"/>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1297650" y="3159000"/>
            <a:ext cx="540000" cy="540000"/>
          </a:xfrm>
          <a:prstGeom prst="rect">
            <a:avLst/>
          </a:prstGeom>
        </p:spPr>
      </p:pic>
      <p:pic>
        <p:nvPicPr>
          <p:cNvPr id="48" name="Graphic 47" descr="Recycle with solid fill">
            <a:extLst>
              <a:ext uri="{FF2B5EF4-FFF2-40B4-BE49-F238E27FC236}">
                <a16:creationId xmlns:a16="http://schemas.microsoft.com/office/drawing/2014/main" id="{6BE9215C-55E9-E02E-5932-DBC7BC67628E}"/>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3190800" y="3761756"/>
            <a:ext cx="540000" cy="540000"/>
          </a:xfrm>
          <a:prstGeom prst="rect">
            <a:avLst/>
          </a:prstGeom>
        </p:spPr>
      </p:pic>
      <p:pic>
        <p:nvPicPr>
          <p:cNvPr id="50" name="Graphic 49" descr="Atom with solid fill">
            <a:extLst>
              <a:ext uri="{FF2B5EF4-FFF2-40B4-BE49-F238E27FC236}">
                <a16:creationId xmlns:a16="http://schemas.microsoft.com/office/drawing/2014/main" id="{B369921E-83D6-ABFC-E8CD-AFCCCBC3BA48}"/>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3190800" y="3159000"/>
            <a:ext cx="540000" cy="540000"/>
          </a:xfrm>
          <a:prstGeom prst="rect">
            <a:avLst/>
          </a:prstGeom>
        </p:spPr>
      </p:pic>
      <p:pic>
        <p:nvPicPr>
          <p:cNvPr id="52" name="Graphic 51" descr="Beaker with solid fill">
            <a:extLst>
              <a:ext uri="{FF2B5EF4-FFF2-40B4-BE49-F238E27FC236}">
                <a16:creationId xmlns:a16="http://schemas.microsoft.com/office/drawing/2014/main" id="{43D311B4-9361-4D2F-9316-1844B3302142}"/>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5715000" y="2547498"/>
            <a:ext cx="540000" cy="540000"/>
          </a:xfrm>
          <a:prstGeom prst="rect">
            <a:avLst/>
          </a:prstGeom>
        </p:spPr>
      </p:pic>
      <p:pic>
        <p:nvPicPr>
          <p:cNvPr id="54" name="Graphic 53" descr="Books on shelf with solid fill">
            <a:extLst>
              <a:ext uri="{FF2B5EF4-FFF2-40B4-BE49-F238E27FC236}">
                <a16:creationId xmlns:a16="http://schemas.microsoft.com/office/drawing/2014/main" id="{A91280D5-641D-B3EB-C8F8-FA782D395BF8}"/>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5083950" y="3159000"/>
            <a:ext cx="540000" cy="540000"/>
          </a:xfrm>
          <a:prstGeom prst="rect">
            <a:avLst/>
          </a:prstGeom>
        </p:spPr>
      </p:pic>
      <p:pic>
        <p:nvPicPr>
          <p:cNvPr id="56" name="Graphic 55" descr="Petri Dish with solid fill">
            <a:extLst>
              <a:ext uri="{FF2B5EF4-FFF2-40B4-BE49-F238E27FC236}">
                <a16:creationId xmlns:a16="http://schemas.microsoft.com/office/drawing/2014/main" id="{55B15DE1-B147-211F-B5A8-FA31119267A7}"/>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5083950" y="2559334"/>
            <a:ext cx="540000" cy="540000"/>
          </a:xfrm>
          <a:prstGeom prst="rect">
            <a:avLst/>
          </a:prstGeom>
        </p:spPr>
      </p:pic>
      <p:pic>
        <p:nvPicPr>
          <p:cNvPr id="58" name="Graphic 57" descr="Medical with solid fill">
            <a:extLst>
              <a:ext uri="{FF2B5EF4-FFF2-40B4-BE49-F238E27FC236}">
                <a16:creationId xmlns:a16="http://schemas.microsoft.com/office/drawing/2014/main" id="{BBCD290C-FED1-7D5E-58BB-09FD7F7D5CD6}"/>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4452900" y="2547498"/>
            <a:ext cx="540000" cy="540000"/>
          </a:xfrm>
          <a:prstGeom prst="rect">
            <a:avLst/>
          </a:prstGeom>
        </p:spPr>
      </p:pic>
      <p:pic>
        <p:nvPicPr>
          <p:cNvPr id="60" name="Graphic 59" descr="Stethoscope with solid fill">
            <a:extLst>
              <a:ext uri="{FF2B5EF4-FFF2-40B4-BE49-F238E27FC236}">
                <a16:creationId xmlns:a16="http://schemas.microsoft.com/office/drawing/2014/main" id="{C739CD68-A291-E307-87FD-9F251C674B51}"/>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3190800" y="2550966"/>
            <a:ext cx="540000" cy="540000"/>
          </a:xfrm>
          <a:prstGeom prst="rect">
            <a:avLst/>
          </a:prstGeom>
        </p:spPr>
      </p:pic>
      <p:pic>
        <p:nvPicPr>
          <p:cNvPr id="62" name="Graphic 61" descr="Skeleton with solid fill">
            <a:extLst>
              <a:ext uri="{FF2B5EF4-FFF2-40B4-BE49-F238E27FC236}">
                <a16:creationId xmlns:a16="http://schemas.microsoft.com/office/drawing/2014/main" id="{A416C31C-FFFB-2803-BD02-FA928A19737E}"/>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3821850" y="2550966"/>
            <a:ext cx="540000" cy="540000"/>
          </a:xfrm>
          <a:prstGeom prst="rect">
            <a:avLst/>
          </a:prstGeom>
        </p:spPr>
      </p:pic>
      <p:pic>
        <p:nvPicPr>
          <p:cNvPr id="64" name="Graphic 63" descr="Earth globe: Americas with solid fill">
            <a:extLst>
              <a:ext uri="{FF2B5EF4-FFF2-40B4-BE49-F238E27FC236}">
                <a16:creationId xmlns:a16="http://schemas.microsoft.com/office/drawing/2014/main" id="{E2788EA2-8CFF-52A1-2C9D-5FC4D6E7CB42}"/>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6346050" y="1942205"/>
            <a:ext cx="540000" cy="540000"/>
          </a:xfrm>
          <a:prstGeom prst="rect">
            <a:avLst/>
          </a:prstGeom>
        </p:spPr>
      </p:pic>
      <p:pic>
        <p:nvPicPr>
          <p:cNvPr id="66" name="Graphic 65" descr="Cell Tower with solid fill">
            <a:extLst>
              <a:ext uri="{FF2B5EF4-FFF2-40B4-BE49-F238E27FC236}">
                <a16:creationId xmlns:a16="http://schemas.microsoft.com/office/drawing/2014/main" id="{0ADFDCD9-F0C8-30D2-AFE7-BC4DC2030AC3}"/>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2559750" y="3159000"/>
            <a:ext cx="540000" cy="540000"/>
          </a:xfrm>
          <a:prstGeom prst="rect">
            <a:avLst/>
          </a:prstGeom>
        </p:spPr>
      </p:pic>
      <p:pic>
        <p:nvPicPr>
          <p:cNvPr id="68" name="Graphic 67" descr="Processor with solid fill">
            <a:extLst>
              <a:ext uri="{FF2B5EF4-FFF2-40B4-BE49-F238E27FC236}">
                <a16:creationId xmlns:a16="http://schemas.microsoft.com/office/drawing/2014/main" id="{574E7099-60E8-7F75-DBC6-E377DC754F2B}"/>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3821850" y="3159000"/>
            <a:ext cx="540000" cy="540000"/>
          </a:xfrm>
          <a:prstGeom prst="rect">
            <a:avLst/>
          </a:prstGeom>
        </p:spPr>
      </p:pic>
      <p:pic>
        <p:nvPicPr>
          <p:cNvPr id="70" name="Graphic 69" descr="Body builder with solid fill">
            <a:extLst>
              <a:ext uri="{FF2B5EF4-FFF2-40B4-BE49-F238E27FC236}">
                <a16:creationId xmlns:a16="http://schemas.microsoft.com/office/drawing/2014/main" id="{8917F412-45E0-4874-5782-1781EA7A4501}"/>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2559750" y="2550966"/>
            <a:ext cx="540000" cy="540000"/>
          </a:xfrm>
          <a:prstGeom prst="rect">
            <a:avLst/>
          </a:prstGeom>
        </p:spPr>
      </p:pic>
      <p:pic>
        <p:nvPicPr>
          <p:cNvPr id="72" name="Graphic 71" descr="Shirt with solid fill">
            <a:extLst>
              <a:ext uri="{FF2B5EF4-FFF2-40B4-BE49-F238E27FC236}">
                <a16:creationId xmlns:a16="http://schemas.microsoft.com/office/drawing/2014/main" id="{2390DF34-6C63-B321-A5ED-F1C79E52676C}"/>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1297650" y="3761756"/>
            <a:ext cx="540000" cy="540000"/>
          </a:xfrm>
          <a:prstGeom prst="rect">
            <a:avLst/>
          </a:prstGeom>
        </p:spPr>
      </p:pic>
      <p:pic>
        <p:nvPicPr>
          <p:cNvPr id="4" name="Graphic 3" descr="Chat bubble with solid fill">
            <a:extLst>
              <a:ext uri="{FF2B5EF4-FFF2-40B4-BE49-F238E27FC236}">
                <a16:creationId xmlns:a16="http://schemas.microsoft.com/office/drawing/2014/main" id="{7C042501-2343-05E8-C5ED-B021F1B83887}"/>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4452900" y="3761756"/>
            <a:ext cx="540000" cy="540000"/>
          </a:xfrm>
          <a:prstGeom prst="rect">
            <a:avLst/>
          </a:prstGeom>
        </p:spPr>
      </p:pic>
      <p:pic>
        <p:nvPicPr>
          <p:cNvPr id="7" name="Graphic 6" descr="Envelope with solid fill">
            <a:extLst>
              <a:ext uri="{FF2B5EF4-FFF2-40B4-BE49-F238E27FC236}">
                <a16:creationId xmlns:a16="http://schemas.microsoft.com/office/drawing/2014/main" id="{7FE023B1-178F-1F4D-AD40-BBDA8951FB6C}"/>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3821850" y="3761756"/>
            <a:ext cx="540000" cy="540000"/>
          </a:xfrm>
          <a:prstGeom prst="rect">
            <a:avLst/>
          </a:prstGeom>
        </p:spPr>
      </p:pic>
      <p:sp>
        <p:nvSpPr>
          <p:cNvPr id="5" name="Rectangle 4">
            <a:extLst>
              <a:ext uri="{FF2B5EF4-FFF2-40B4-BE49-F238E27FC236}">
                <a16:creationId xmlns:a16="http://schemas.microsoft.com/office/drawing/2014/main" id="{518B0D6F-5F50-2B81-B585-2691C65A440E}"/>
              </a:ext>
            </a:extLst>
          </p:cNvPr>
          <p:cNvSpPr/>
          <p:nvPr/>
        </p:nvSpPr>
        <p:spPr>
          <a:xfrm>
            <a:off x="9494298" y="1788144"/>
            <a:ext cx="1497551" cy="1299354"/>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3" name="Picture 12">
            <a:extLst>
              <a:ext uri="{FF2B5EF4-FFF2-40B4-BE49-F238E27FC236}">
                <a16:creationId xmlns:a16="http://schemas.microsoft.com/office/drawing/2014/main" id="{6B4959C9-5864-CB93-CEE0-C2C7E983D17E}"/>
              </a:ext>
            </a:extLst>
          </p:cNvPr>
          <p:cNvPicPr>
            <a:picLocks noChangeAspect="1"/>
          </p:cNvPicPr>
          <p:nvPr/>
        </p:nvPicPr>
        <p:blipFill>
          <a:blip r:embed="rId37">
            <a:extLst>
              <a:ext uri="{28A0092B-C50C-407E-A947-70E740481C1C}">
                <a14:useLocalDpi xmlns:a14="http://schemas.microsoft.com/office/drawing/2010/main" val="0"/>
              </a:ext>
            </a:extLst>
          </a:blip>
          <a:stretch>
            <a:fillRect/>
          </a:stretch>
        </p:blipFill>
        <p:spPr>
          <a:xfrm>
            <a:off x="9579986" y="1735518"/>
            <a:ext cx="1090726" cy="1090726"/>
          </a:xfrm>
          <a:prstGeom prst="rect">
            <a:avLst/>
          </a:prstGeom>
        </p:spPr>
      </p:pic>
      <p:pic>
        <p:nvPicPr>
          <p:cNvPr id="8" name="Graphic 7" descr="Box with solid fill">
            <a:extLst>
              <a:ext uri="{FF2B5EF4-FFF2-40B4-BE49-F238E27FC236}">
                <a16:creationId xmlns:a16="http://schemas.microsoft.com/office/drawing/2014/main" id="{5A6BE84A-6ADC-4177-9762-AF792B7A8A15}"/>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5083950" y="3758666"/>
            <a:ext cx="540000" cy="540000"/>
          </a:xfrm>
          <a:prstGeom prst="rect">
            <a:avLst/>
          </a:prstGeom>
        </p:spPr>
      </p:pic>
      <p:pic>
        <p:nvPicPr>
          <p:cNvPr id="11" name="Graphic 10" descr="Packing Box Open with solid fill">
            <a:extLst>
              <a:ext uri="{FF2B5EF4-FFF2-40B4-BE49-F238E27FC236}">
                <a16:creationId xmlns:a16="http://schemas.microsoft.com/office/drawing/2014/main" id="{4D321CFC-24BE-1326-9B2D-C03F8F37A689}"/>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5715000" y="3758666"/>
            <a:ext cx="540000" cy="540000"/>
          </a:xfrm>
          <a:prstGeom prst="rect">
            <a:avLst/>
          </a:prstGeom>
        </p:spPr>
      </p:pic>
    </p:spTree>
    <p:extLst>
      <p:ext uri="{BB962C8B-B14F-4D97-AF65-F5344CB8AC3E}">
        <p14:creationId xmlns:p14="http://schemas.microsoft.com/office/powerpoint/2010/main" val="3634306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63BF0-79EA-4DA9-2B8E-0B1662853F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61193F-4C10-5DFD-3B9D-A5F6A3D869DF}"/>
              </a:ext>
            </a:extLst>
          </p:cNvPr>
          <p:cNvSpPr>
            <a:spLocks noGrp="1"/>
          </p:cNvSpPr>
          <p:nvPr>
            <p:ph type="title"/>
          </p:nvPr>
        </p:nvSpPr>
        <p:spPr/>
        <p:txBody>
          <a:bodyPr/>
          <a:lstStyle/>
          <a:p>
            <a:r>
              <a:rPr lang="en-US" dirty="0">
                <a:latin typeface="Orbitron ExtraBold" pitchFamily="2" charset="0"/>
              </a:rPr>
              <a:t>Space Station Layout</a:t>
            </a:r>
            <a:endParaRPr lang="en-CA" dirty="0">
              <a:latin typeface="Orbitron ExtraBold" pitchFamily="2" charset="0"/>
            </a:endParaRPr>
          </a:p>
        </p:txBody>
      </p:sp>
      <p:graphicFrame>
        <p:nvGraphicFramePr>
          <p:cNvPr id="15" name="Content Placeholder 14">
            <a:extLst>
              <a:ext uri="{FF2B5EF4-FFF2-40B4-BE49-F238E27FC236}">
                <a16:creationId xmlns:a16="http://schemas.microsoft.com/office/drawing/2014/main" id="{DF13D7C7-B241-189E-9957-7DC33FAE57DE}"/>
              </a:ext>
            </a:extLst>
          </p:cNvPr>
          <p:cNvGraphicFramePr>
            <a:graphicFrameLocks noGrp="1"/>
          </p:cNvGraphicFramePr>
          <p:nvPr>
            <p:ph idx="1"/>
            <p:extLst>
              <p:ext uri="{D42A27DB-BD31-4B8C-83A1-F6EECF244321}">
                <p14:modId xmlns:p14="http://schemas.microsoft.com/office/powerpoint/2010/main" val="3537656863"/>
              </p:ext>
            </p:extLst>
          </p:nvPr>
        </p:nvGraphicFramePr>
        <p:xfrm>
          <a:off x="546773" y="1512445"/>
          <a:ext cx="5425403" cy="4079240"/>
        </p:xfrm>
        <a:graphic>
          <a:graphicData uri="http://schemas.openxmlformats.org/drawingml/2006/table">
            <a:tbl>
              <a:tblPr firstRow="1" bandRow="1">
                <a:tableStyleId>{5C22544A-7EE6-4342-B048-85BDC9FD1C3A}</a:tableStyleId>
              </a:tblPr>
              <a:tblGrid>
                <a:gridCol w="1290794">
                  <a:extLst>
                    <a:ext uri="{9D8B030D-6E8A-4147-A177-3AD203B41FA5}">
                      <a16:colId xmlns:a16="http://schemas.microsoft.com/office/drawing/2014/main" val="1965619184"/>
                    </a:ext>
                  </a:extLst>
                </a:gridCol>
                <a:gridCol w="606099">
                  <a:extLst>
                    <a:ext uri="{9D8B030D-6E8A-4147-A177-3AD203B41FA5}">
                      <a16:colId xmlns:a16="http://schemas.microsoft.com/office/drawing/2014/main" val="1672250948"/>
                    </a:ext>
                  </a:extLst>
                </a:gridCol>
                <a:gridCol w="3528510">
                  <a:extLst>
                    <a:ext uri="{9D8B030D-6E8A-4147-A177-3AD203B41FA5}">
                      <a16:colId xmlns:a16="http://schemas.microsoft.com/office/drawing/2014/main" val="1264190617"/>
                    </a:ext>
                  </a:extLst>
                </a:gridCol>
              </a:tblGrid>
              <a:tr h="370840">
                <a:tc>
                  <a:txBody>
                    <a:bodyPr/>
                    <a:lstStyle/>
                    <a:p>
                      <a:r>
                        <a:rPr lang="en-CA" sz="1400" dirty="0"/>
                        <a:t>Module</a:t>
                      </a:r>
                    </a:p>
                  </a:txBody>
                  <a:tcPr/>
                </a:tc>
                <a:tc>
                  <a:txBody>
                    <a:bodyPr/>
                    <a:lstStyle/>
                    <a:p>
                      <a:r>
                        <a:rPr lang="en-CA" sz="1400" dirty="0"/>
                        <a:t>Icon</a:t>
                      </a:r>
                    </a:p>
                  </a:txBody>
                  <a:tcPr/>
                </a:tc>
                <a:tc>
                  <a:txBody>
                    <a:bodyPr/>
                    <a:lstStyle/>
                    <a:p>
                      <a:r>
                        <a:rPr lang="en-CA" sz="1400" dirty="0"/>
                        <a:t>Description</a:t>
                      </a:r>
                    </a:p>
                  </a:txBody>
                  <a:tcPr/>
                </a:tc>
                <a:extLst>
                  <a:ext uri="{0D108BD9-81ED-4DB2-BD59-A6C34878D82A}">
                    <a16:rowId xmlns:a16="http://schemas.microsoft.com/office/drawing/2014/main" val="211300694"/>
                  </a:ext>
                </a:extLst>
              </a:tr>
              <a:tr h="370840">
                <a:tc>
                  <a:txBody>
                    <a:bodyPr/>
                    <a:lstStyle/>
                    <a:p>
                      <a:r>
                        <a:rPr lang="en-CA" sz="1200" dirty="0"/>
                        <a:t>Copula</a:t>
                      </a:r>
                    </a:p>
                  </a:txBody>
                  <a:tcPr/>
                </a:tc>
                <a:tc>
                  <a:txBody>
                    <a:bodyPr/>
                    <a:lstStyle/>
                    <a:p>
                      <a:endParaRPr lang="en-CA" sz="1200" dirty="0"/>
                    </a:p>
                  </a:txBody>
                  <a:tcPr/>
                </a:tc>
                <a:tc>
                  <a:txBody>
                    <a:bodyPr/>
                    <a:lstStyle/>
                    <a:p>
                      <a:r>
                        <a:rPr lang="en-CA" sz="1200" dirty="0"/>
                        <a:t>Centre of station, observation</a:t>
                      </a:r>
                    </a:p>
                  </a:txBody>
                  <a:tcPr/>
                </a:tc>
                <a:extLst>
                  <a:ext uri="{0D108BD9-81ED-4DB2-BD59-A6C34878D82A}">
                    <a16:rowId xmlns:a16="http://schemas.microsoft.com/office/drawing/2014/main" val="1214681816"/>
                  </a:ext>
                </a:extLst>
              </a:tr>
              <a:tr h="370840">
                <a:tc>
                  <a:txBody>
                    <a:bodyPr/>
                    <a:lstStyle/>
                    <a:p>
                      <a:r>
                        <a:rPr lang="en-CA" sz="1200" dirty="0"/>
                        <a:t>Storage</a:t>
                      </a:r>
                    </a:p>
                  </a:txBody>
                  <a:tcPr/>
                </a:tc>
                <a:tc>
                  <a:txBody>
                    <a:bodyPr/>
                    <a:lstStyle/>
                    <a:p>
                      <a:endParaRPr lang="en-CA" sz="1200" dirty="0"/>
                    </a:p>
                  </a:txBody>
                  <a:tcPr/>
                </a:tc>
                <a:tc>
                  <a:txBody>
                    <a:bodyPr/>
                    <a:lstStyle/>
                    <a:p>
                      <a:r>
                        <a:rPr lang="en-CA" sz="1200" dirty="0"/>
                        <a:t>Storage of food/equipment</a:t>
                      </a:r>
                    </a:p>
                  </a:txBody>
                  <a:tcPr/>
                </a:tc>
                <a:extLst>
                  <a:ext uri="{0D108BD9-81ED-4DB2-BD59-A6C34878D82A}">
                    <a16:rowId xmlns:a16="http://schemas.microsoft.com/office/drawing/2014/main" val="4129465615"/>
                  </a:ext>
                </a:extLst>
              </a:tr>
              <a:tr h="370840">
                <a:tc>
                  <a:txBody>
                    <a:bodyPr/>
                    <a:lstStyle/>
                    <a:p>
                      <a:r>
                        <a:rPr lang="en-CA" sz="1200" dirty="0"/>
                        <a:t>Engineering</a:t>
                      </a:r>
                    </a:p>
                  </a:txBody>
                  <a:tcPr/>
                </a:tc>
                <a:tc>
                  <a:txBody>
                    <a:bodyPr/>
                    <a:lstStyle/>
                    <a:p>
                      <a:endParaRPr lang="en-CA" sz="1200" dirty="0"/>
                    </a:p>
                  </a:txBody>
                  <a:tcPr/>
                </a:tc>
                <a:tc>
                  <a:txBody>
                    <a:bodyPr/>
                    <a:lstStyle/>
                    <a:p>
                      <a:r>
                        <a:rPr lang="en-CA" sz="1200" dirty="0"/>
                        <a:t>Power, environmental controls</a:t>
                      </a:r>
                    </a:p>
                  </a:txBody>
                  <a:tcPr/>
                </a:tc>
                <a:extLst>
                  <a:ext uri="{0D108BD9-81ED-4DB2-BD59-A6C34878D82A}">
                    <a16:rowId xmlns:a16="http://schemas.microsoft.com/office/drawing/2014/main" val="2622627488"/>
                  </a:ext>
                </a:extLst>
              </a:tr>
              <a:tr h="370840">
                <a:tc>
                  <a:txBody>
                    <a:bodyPr/>
                    <a:lstStyle/>
                    <a:p>
                      <a:r>
                        <a:rPr lang="en-CA" sz="1200" dirty="0"/>
                        <a:t>Power Module</a:t>
                      </a:r>
                    </a:p>
                  </a:txBody>
                  <a:tcPr/>
                </a:tc>
                <a:tc>
                  <a:txBody>
                    <a:bodyPr/>
                    <a:lstStyle/>
                    <a:p>
                      <a:endParaRPr lang="en-CA" sz="1200" dirty="0"/>
                    </a:p>
                  </a:txBody>
                  <a:tcPr/>
                </a:tc>
                <a:tc>
                  <a:txBody>
                    <a:bodyPr/>
                    <a:lstStyle/>
                    <a:p>
                      <a:r>
                        <a:rPr lang="en-CA" sz="1200" dirty="0"/>
                        <a:t>Nuclear Power plant</a:t>
                      </a:r>
                    </a:p>
                  </a:txBody>
                  <a:tcPr/>
                </a:tc>
                <a:extLst>
                  <a:ext uri="{0D108BD9-81ED-4DB2-BD59-A6C34878D82A}">
                    <a16:rowId xmlns:a16="http://schemas.microsoft.com/office/drawing/2014/main" val="80750720"/>
                  </a:ext>
                </a:extLst>
              </a:tr>
              <a:tr h="370840">
                <a:tc>
                  <a:txBody>
                    <a:bodyPr/>
                    <a:lstStyle/>
                    <a:p>
                      <a:r>
                        <a:rPr lang="en-CA" sz="1200" dirty="0"/>
                        <a:t>Crew quarter</a:t>
                      </a:r>
                    </a:p>
                  </a:txBody>
                  <a:tcPr/>
                </a:tc>
                <a:tc>
                  <a:txBody>
                    <a:bodyPr/>
                    <a:lstStyle/>
                    <a:p>
                      <a:endParaRPr lang="en-CA" sz="1200" dirty="0"/>
                    </a:p>
                  </a:txBody>
                  <a:tcPr/>
                </a:tc>
                <a:tc>
                  <a:txBody>
                    <a:bodyPr/>
                    <a:lstStyle/>
                    <a:p>
                      <a:r>
                        <a:rPr lang="en-CA" sz="1200" dirty="0"/>
                        <a:t>Sleeping quarters</a:t>
                      </a:r>
                    </a:p>
                  </a:txBody>
                  <a:tcPr/>
                </a:tc>
                <a:extLst>
                  <a:ext uri="{0D108BD9-81ED-4DB2-BD59-A6C34878D82A}">
                    <a16:rowId xmlns:a16="http://schemas.microsoft.com/office/drawing/2014/main" val="224427081"/>
                  </a:ext>
                </a:extLst>
              </a:tr>
              <a:tr h="370840">
                <a:tc>
                  <a:txBody>
                    <a:bodyPr/>
                    <a:lstStyle/>
                    <a:p>
                      <a:r>
                        <a:rPr lang="en-CA" sz="1200" dirty="0"/>
                        <a:t>Kitchen</a:t>
                      </a:r>
                    </a:p>
                  </a:txBody>
                  <a:tcPr/>
                </a:tc>
                <a:tc>
                  <a:txBody>
                    <a:bodyPr/>
                    <a:lstStyle/>
                    <a:p>
                      <a:endParaRPr lang="en-CA" sz="1200" dirty="0"/>
                    </a:p>
                  </a:txBody>
                  <a:tcPr/>
                </a:tc>
                <a:tc>
                  <a:txBody>
                    <a:bodyPr/>
                    <a:lstStyle/>
                    <a:p>
                      <a:r>
                        <a:rPr lang="en-CA" sz="1200" dirty="0"/>
                        <a:t>Meal Prep + Food storage</a:t>
                      </a:r>
                    </a:p>
                  </a:txBody>
                  <a:tcPr/>
                </a:tc>
                <a:extLst>
                  <a:ext uri="{0D108BD9-81ED-4DB2-BD59-A6C34878D82A}">
                    <a16:rowId xmlns:a16="http://schemas.microsoft.com/office/drawing/2014/main" val="1255834545"/>
                  </a:ext>
                </a:extLst>
              </a:tr>
              <a:tr h="370840">
                <a:tc>
                  <a:txBody>
                    <a:bodyPr/>
                    <a:lstStyle/>
                    <a:p>
                      <a:r>
                        <a:rPr lang="en-CA" sz="1200" dirty="0"/>
                        <a:t>Hydroponics</a:t>
                      </a:r>
                    </a:p>
                  </a:txBody>
                  <a:tcPr/>
                </a:tc>
                <a:tc>
                  <a:txBody>
                    <a:bodyPr/>
                    <a:lstStyle/>
                    <a:p>
                      <a:endParaRPr lang="en-CA" sz="1200" dirty="0"/>
                    </a:p>
                  </a:txBody>
                  <a:tcPr/>
                </a:tc>
                <a:tc>
                  <a:txBody>
                    <a:bodyPr/>
                    <a:lstStyle/>
                    <a:p>
                      <a:r>
                        <a:rPr lang="en-CA" sz="1200" dirty="0"/>
                        <a:t>Growing food + nature area</a:t>
                      </a:r>
                    </a:p>
                  </a:txBody>
                  <a:tcPr/>
                </a:tc>
                <a:extLst>
                  <a:ext uri="{0D108BD9-81ED-4DB2-BD59-A6C34878D82A}">
                    <a16:rowId xmlns:a16="http://schemas.microsoft.com/office/drawing/2014/main" val="1879069415"/>
                  </a:ext>
                </a:extLst>
              </a:tr>
              <a:tr h="370840">
                <a:tc>
                  <a:txBody>
                    <a:bodyPr/>
                    <a:lstStyle/>
                    <a:p>
                      <a:r>
                        <a:rPr lang="en-CA" sz="1200" dirty="0"/>
                        <a:t>Med Bay</a:t>
                      </a:r>
                    </a:p>
                  </a:txBody>
                  <a:tcPr/>
                </a:tc>
                <a:tc>
                  <a:txBody>
                    <a:bodyPr/>
                    <a:lstStyle/>
                    <a:p>
                      <a:endParaRPr lang="en-CA" sz="1200" dirty="0"/>
                    </a:p>
                  </a:txBody>
                  <a:tcPr/>
                </a:tc>
                <a:tc>
                  <a:txBody>
                    <a:bodyPr/>
                    <a:lstStyle/>
                    <a:p>
                      <a:r>
                        <a:rPr lang="en-CA" sz="1200" dirty="0"/>
                        <a:t>Medical exams + emergency surgeries</a:t>
                      </a:r>
                    </a:p>
                  </a:txBody>
                  <a:tcPr/>
                </a:tc>
                <a:extLst>
                  <a:ext uri="{0D108BD9-81ED-4DB2-BD59-A6C34878D82A}">
                    <a16:rowId xmlns:a16="http://schemas.microsoft.com/office/drawing/2014/main" val="216538092"/>
                  </a:ext>
                </a:extLst>
              </a:tr>
              <a:tr h="370840">
                <a:tc>
                  <a:txBody>
                    <a:bodyPr/>
                    <a:lstStyle/>
                    <a:p>
                      <a:r>
                        <a:rPr lang="en-CA" sz="1200" dirty="0"/>
                        <a:t>Bridge</a:t>
                      </a:r>
                    </a:p>
                  </a:txBody>
                  <a:tcPr/>
                </a:tc>
                <a:tc>
                  <a:txBody>
                    <a:bodyPr/>
                    <a:lstStyle/>
                    <a:p>
                      <a:endParaRPr lang="en-CA" sz="1200" dirty="0"/>
                    </a:p>
                  </a:txBody>
                  <a:tcPr/>
                </a:tc>
                <a:tc>
                  <a:txBody>
                    <a:bodyPr/>
                    <a:lstStyle/>
                    <a:p>
                      <a:r>
                        <a:rPr lang="en-CA" sz="1200" dirty="0"/>
                        <a:t>Control module</a:t>
                      </a:r>
                    </a:p>
                  </a:txBody>
                  <a:tcPr/>
                </a:tc>
                <a:extLst>
                  <a:ext uri="{0D108BD9-81ED-4DB2-BD59-A6C34878D82A}">
                    <a16:rowId xmlns:a16="http://schemas.microsoft.com/office/drawing/2014/main" val="3921612202"/>
                  </a:ext>
                </a:extLst>
              </a:tr>
              <a:tr h="370840">
                <a:tc>
                  <a:txBody>
                    <a:bodyPr/>
                    <a:lstStyle/>
                    <a:p>
                      <a:r>
                        <a:rPr lang="en-CA" sz="1200" dirty="0"/>
                        <a:t>Science Lab</a:t>
                      </a:r>
                    </a:p>
                  </a:txBody>
                  <a:tcPr/>
                </a:tc>
                <a:tc>
                  <a:txBody>
                    <a:bodyPr/>
                    <a:lstStyle/>
                    <a:p>
                      <a:endParaRPr lang="en-CA" sz="1200" dirty="0"/>
                    </a:p>
                  </a:txBody>
                  <a:tcPr/>
                </a:tc>
                <a:tc>
                  <a:txBody>
                    <a:bodyPr/>
                    <a:lstStyle/>
                    <a:p>
                      <a:r>
                        <a:rPr lang="en-CA" sz="1200" dirty="0"/>
                        <a:t>For science experiments</a:t>
                      </a:r>
                    </a:p>
                  </a:txBody>
                  <a:tcPr/>
                </a:tc>
                <a:extLst>
                  <a:ext uri="{0D108BD9-81ED-4DB2-BD59-A6C34878D82A}">
                    <a16:rowId xmlns:a16="http://schemas.microsoft.com/office/drawing/2014/main" val="2897962482"/>
                  </a:ext>
                </a:extLst>
              </a:tr>
            </a:tbl>
          </a:graphicData>
        </a:graphic>
      </p:graphicFrame>
      <p:pic>
        <p:nvPicPr>
          <p:cNvPr id="21" name="Graphic 20" descr="Box with solid fill">
            <a:extLst>
              <a:ext uri="{FF2B5EF4-FFF2-40B4-BE49-F238E27FC236}">
                <a16:creationId xmlns:a16="http://schemas.microsoft.com/office/drawing/2014/main" id="{5DCC43B0-FBC6-0D4D-4EB5-EA0E87A5FFF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712075" y="2066925"/>
            <a:ext cx="540000" cy="540000"/>
          </a:xfrm>
          <a:prstGeom prst="rect">
            <a:avLst/>
          </a:prstGeom>
        </p:spPr>
      </p:pic>
      <p:pic>
        <p:nvPicPr>
          <p:cNvPr id="25" name="Graphic 24" descr="Tools with solid fill">
            <a:extLst>
              <a:ext uri="{FF2B5EF4-FFF2-40B4-BE49-F238E27FC236}">
                <a16:creationId xmlns:a16="http://schemas.microsoft.com/office/drawing/2014/main" id="{BAE7C3DE-D7A1-A446-143C-52A9BCC911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12075" y="2778000"/>
            <a:ext cx="540000" cy="540000"/>
          </a:xfrm>
          <a:prstGeom prst="rect">
            <a:avLst/>
          </a:prstGeom>
        </p:spPr>
      </p:pic>
      <p:pic>
        <p:nvPicPr>
          <p:cNvPr id="27" name="Graphic 26" descr="Bento Box with solid fill">
            <a:extLst>
              <a:ext uri="{FF2B5EF4-FFF2-40B4-BE49-F238E27FC236}">
                <a16:creationId xmlns:a16="http://schemas.microsoft.com/office/drawing/2014/main" id="{E97E2B15-E667-C959-CA52-948F9D09CEB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79450" y="1420688"/>
            <a:ext cx="540000" cy="540000"/>
          </a:xfrm>
          <a:prstGeom prst="rect">
            <a:avLst/>
          </a:prstGeom>
        </p:spPr>
      </p:pic>
      <p:pic>
        <p:nvPicPr>
          <p:cNvPr id="29" name="Graphic 28" descr="Atom with solid fill">
            <a:extLst>
              <a:ext uri="{FF2B5EF4-FFF2-40B4-BE49-F238E27FC236}">
                <a16:creationId xmlns:a16="http://schemas.microsoft.com/office/drawing/2014/main" id="{16CA2D02-928E-BFE5-EBC8-2434225B729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08735" y="2046423"/>
            <a:ext cx="540000" cy="540000"/>
          </a:xfrm>
          <a:prstGeom prst="rect">
            <a:avLst/>
          </a:prstGeom>
        </p:spPr>
      </p:pic>
      <p:pic>
        <p:nvPicPr>
          <p:cNvPr id="31" name="Graphic 30" descr="Beaker with solid fill">
            <a:extLst>
              <a:ext uri="{FF2B5EF4-FFF2-40B4-BE49-F238E27FC236}">
                <a16:creationId xmlns:a16="http://schemas.microsoft.com/office/drawing/2014/main" id="{C1D2FA66-9CCB-E938-180A-7D4BA7A6DB1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317570" y="1260860"/>
            <a:ext cx="540000" cy="540000"/>
          </a:xfrm>
          <a:prstGeom prst="rect">
            <a:avLst/>
          </a:prstGeom>
        </p:spPr>
      </p:pic>
      <p:pic>
        <p:nvPicPr>
          <p:cNvPr id="33" name="Graphic 32" descr="Medical with solid fill">
            <a:extLst>
              <a:ext uri="{FF2B5EF4-FFF2-40B4-BE49-F238E27FC236}">
                <a16:creationId xmlns:a16="http://schemas.microsoft.com/office/drawing/2014/main" id="{FB34F069-09F9-1048-84AE-D9347D0D57A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281340" y="1338807"/>
            <a:ext cx="540000" cy="540000"/>
          </a:xfrm>
          <a:prstGeom prst="rect">
            <a:avLst/>
          </a:prstGeom>
        </p:spPr>
      </p:pic>
      <p:pic>
        <p:nvPicPr>
          <p:cNvPr id="35" name="Graphic 34" descr="Cell Tower with solid fill">
            <a:extLst>
              <a:ext uri="{FF2B5EF4-FFF2-40B4-BE49-F238E27FC236}">
                <a16:creationId xmlns:a16="http://schemas.microsoft.com/office/drawing/2014/main" id="{B8AF0EB4-1AED-47FB-C701-CA70FF1103E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229790" y="2586423"/>
            <a:ext cx="540000" cy="540000"/>
          </a:xfrm>
          <a:prstGeom prst="rect">
            <a:avLst/>
          </a:prstGeom>
        </p:spPr>
      </p:pic>
      <p:pic>
        <p:nvPicPr>
          <p:cNvPr id="37" name="Graphic 36" descr="Processor with solid fill">
            <a:extLst>
              <a:ext uri="{FF2B5EF4-FFF2-40B4-BE49-F238E27FC236}">
                <a16:creationId xmlns:a16="http://schemas.microsoft.com/office/drawing/2014/main" id="{A824A910-47A0-1239-48AC-086009EEDD2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144745" y="1303277"/>
            <a:ext cx="540000" cy="540000"/>
          </a:xfrm>
          <a:prstGeom prst="rect">
            <a:avLst/>
          </a:prstGeom>
        </p:spPr>
      </p:pic>
      <p:pic>
        <p:nvPicPr>
          <p:cNvPr id="45" name="Graphic 44" descr="Sleep with solid fill">
            <a:extLst>
              <a:ext uri="{FF2B5EF4-FFF2-40B4-BE49-F238E27FC236}">
                <a16:creationId xmlns:a16="http://schemas.microsoft.com/office/drawing/2014/main" id="{60FFE1CE-8917-1A8C-9589-D95D276B901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384120" y="2778000"/>
            <a:ext cx="540000" cy="540000"/>
          </a:xfrm>
          <a:prstGeom prst="rect">
            <a:avLst/>
          </a:prstGeom>
        </p:spPr>
      </p:pic>
      <p:pic>
        <p:nvPicPr>
          <p:cNvPr id="49" name="Graphic 48" descr="Crops with solid fill">
            <a:extLst>
              <a:ext uri="{FF2B5EF4-FFF2-40B4-BE49-F238E27FC236}">
                <a16:creationId xmlns:a16="http://schemas.microsoft.com/office/drawing/2014/main" id="{6AD65674-3F93-BD25-97CB-87F3980C211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229790" y="3429000"/>
            <a:ext cx="540000" cy="540000"/>
          </a:xfrm>
          <a:prstGeom prst="rect">
            <a:avLst/>
          </a:prstGeom>
        </p:spPr>
      </p:pic>
    </p:spTree>
    <p:extLst>
      <p:ext uri="{BB962C8B-B14F-4D97-AF65-F5344CB8AC3E}">
        <p14:creationId xmlns:p14="http://schemas.microsoft.com/office/powerpoint/2010/main" val="27831130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FE26B-474D-911D-AF83-F53A52A389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EA0693-3BB4-2502-6377-0016A684A798}"/>
              </a:ext>
            </a:extLst>
          </p:cNvPr>
          <p:cNvSpPr>
            <a:spLocks noGrp="1"/>
          </p:cNvSpPr>
          <p:nvPr>
            <p:ph type="title"/>
          </p:nvPr>
        </p:nvSpPr>
        <p:spPr/>
        <p:txBody>
          <a:bodyPr/>
          <a:lstStyle/>
          <a:p>
            <a:r>
              <a:rPr lang="en-US" dirty="0">
                <a:latin typeface="Orbitron ExtraBold" pitchFamily="2" charset="0"/>
              </a:rPr>
              <a:t>Design elements</a:t>
            </a:r>
            <a:endParaRPr lang="en-CA" dirty="0">
              <a:latin typeface="Orbitron ExtraBold" pitchFamily="2" charset="0"/>
            </a:endParaRPr>
          </a:p>
        </p:txBody>
      </p:sp>
      <p:pic>
        <p:nvPicPr>
          <p:cNvPr id="5" name="Picture 4" descr="A cartoon of a suitcase in a room&#10;&#10;AI-generated content may be incorrect.">
            <a:extLst>
              <a:ext uri="{FF2B5EF4-FFF2-40B4-BE49-F238E27FC236}">
                <a16:creationId xmlns:a16="http://schemas.microsoft.com/office/drawing/2014/main" id="{28733469-ECDA-7B22-D0B9-A6C3C99DFD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7258" y="2348518"/>
            <a:ext cx="4704184" cy="3136122"/>
          </a:xfrm>
          <a:prstGeom prst="rect">
            <a:avLst/>
          </a:prstGeom>
        </p:spPr>
      </p:pic>
      <p:pic>
        <p:nvPicPr>
          <p:cNvPr id="7" name="Picture 6" descr="A logo with a maple leaf&#10;&#10;AI-generated content may be incorrect.">
            <a:extLst>
              <a:ext uri="{FF2B5EF4-FFF2-40B4-BE49-F238E27FC236}">
                <a16:creationId xmlns:a16="http://schemas.microsoft.com/office/drawing/2014/main" id="{132009F9-342D-1C9D-07E8-E3FA505EE7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3929" y="2864157"/>
            <a:ext cx="2619448" cy="2619448"/>
          </a:xfrm>
          <a:prstGeom prst="rect">
            <a:avLst/>
          </a:prstGeom>
        </p:spPr>
      </p:pic>
      <p:pic>
        <p:nvPicPr>
          <p:cNvPr id="8" name="Picture 7" descr="A logo with a maple leaf&#10;&#10;AI-generated content may be incorrect.">
            <a:extLst>
              <a:ext uri="{FF2B5EF4-FFF2-40B4-BE49-F238E27FC236}">
                <a16:creationId xmlns:a16="http://schemas.microsoft.com/office/drawing/2014/main" id="{0BCF6533-93FD-503F-72EB-45E2910127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05698" y="1128812"/>
            <a:ext cx="1781583" cy="1781583"/>
          </a:xfrm>
          <a:prstGeom prst="ellipse">
            <a:avLst/>
          </a:prstGeom>
        </p:spPr>
      </p:pic>
    </p:spTree>
    <p:extLst>
      <p:ext uri="{BB962C8B-B14F-4D97-AF65-F5344CB8AC3E}">
        <p14:creationId xmlns:p14="http://schemas.microsoft.com/office/powerpoint/2010/main" val="24241381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C7D79-1A5D-27C8-0FBB-301A4BDC03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021E15-2504-4A62-0ECE-58E90AB2B964}"/>
              </a:ext>
            </a:extLst>
          </p:cNvPr>
          <p:cNvSpPr>
            <a:spLocks noGrp="1"/>
          </p:cNvSpPr>
          <p:nvPr>
            <p:ph type="title"/>
          </p:nvPr>
        </p:nvSpPr>
        <p:spPr/>
        <p:txBody>
          <a:bodyPr/>
          <a:lstStyle/>
          <a:p>
            <a:r>
              <a:rPr lang="en-US" dirty="0">
                <a:latin typeface="Orbitron ExtraBold" pitchFamily="2" charset="0"/>
              </a:rPr>
              <a:t>Design elements</a:t>
            </a:r>
            <a:endParaRPr lang="en-CA" dirty="0">
              <a:latin typeface="Orbitron ExtraBold" pitchFamily="2" charset="0"/>
            </a:endParaRPr>
          </a:p>
        </p:txBody>
      </p:sp>
      <p:pic>
        <p:nvPicPr>
          <p:cNvPr id="5" name="Picture 4" descr="A cartoon of a suitcase in a room&#10;&#10;AI-generated content may be incorrect.">
            <a:extLst>
              <a:ext uri="{FF2B5EF4-FFF2-40B4-BE49-F238E27FC236}">
                <a16:creationId xmlns:a16="http://schemas.microsoft.com/office/drawing/2014/main" id="{87E51D74-C068-890E-B704-44DDECAFBB1D}"/>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757259" y="2348518"/>
            <a:ext cx="2754001" cy="1836000"/>
          </a:xfrm>
          <a:prstGeom prst="rect">
            <a:avLst/>
          </a:prstGeom>
        </p:spPr>
      </p:pic>
      <p:pic>
        <p:nvPicPr>
          <p:cNvPr id="4" name="Picture 3">
            <a:extLst>
              <a:ext uri="{FF2B5EF4-FFF2-40B4-BE49-F238E27FC236}">
                <a16:creationId xmlns:a16="http://schemas.microsoft.com/office/drawing/2014/main" id="{C124D2CB-7FA4-3A1A-C0BC-CEAFC4DEBF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525" y="2402518"/>
            <a:ext cx="743377" cy="864000"/>
          </a:xfrm>
          <a:prstGeom prst="rect">
            <a:avLst/>
          </a:prstGeom>
        </p:spPr>
      </p:pic>
      <p:sp>
        <p:nvSpPr>
          <p:cNvPr id="6" name="Text Box 2">
            <a:extLst>
              <a:ext uri="{FF2B5EF4-FFF2-40B4-BE49-F238E27FC236}">
                <a16:creationId xmlns:a16="http://schemas.microsoft.com/office/drawing/2014/main" id="{6773A5ED-EF3E-E525-5B85-9EA452583B7A}"/>
              </a:ext>
            </a:extLst>
          </p:cNvPr>
          <p:cNvSpPr txBox="1">
            <a:spLocks noChangeArrowheads="1"/>
          </p:cNvSpPr>
          <p:nvPr/>
        </p:nvSpPr>
        <p:spPr bwMode="auto">
          <a:xfrm>
            <a:off x="757259" y="3521473"/>
            <a:ext cx="2089149" cy="748030"/>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800"/>
              </a:spcAft>
              <a:buNone/>
            </a:pPr>
            <a:r>
              <a:rPr lang="en-CA" sz="1000" b="1" kern="100" dirty="0">
                <a:solidFill>
                  <a:srgbClr val="FFFFFF"/>
                </a:solidFill>
                <a:effectLst/>
                <a:latin typeface="Orbitron Black" pitchFamily="2" charset="0"/>
                <a:ea typeface="Aptos" panose="020B0004020202020204" pitchFamily="34" charset="0"/>
                <a:cs typeface="Times New Roman" panose="02020603050405020304" pitchFamily="18" charset="0"/>
              </a:rPr>
              <a:t>Enjoy the game! </a:t>
            </a:r>
            <a:endParaRPr lang="en-CA" sz="1000" kern="100" dirty="0">
              <a:effectLst/>
              <a:latin typeface="Orbitron Black" pitchFamily="2" charset="0"/>
              <a:ea typeface="Aptos" panose="020B0004020202020204" pitchFamily="34" charset="0"/>
              <a:cs typeface="Times New Roman" panose="02020603050405020304" pitchFamily="18" charset="0"/>
            </a:endParaRPr>
          </a:p>
          <a:p>
            <a:pPr>
              <a:lnSpc>
                <a:spcPct val="115000"/>
              </a:lnSpc>
              <a:spcAft>
                <a:spcPts val="800"/>
              </a:spcAft>
              <a:buNone/>
            </a:pPr>
            <a:r>
              <a:rPr lang="en-CA" sz="1000" b="1" kern="100" dirty="0">
                <a:solidFill>
                  <a:srgbClr val="FFFFFF"/>
                </a:solidFill>
                <a:effectLst/>
                <a:latin typeface="Orbitron Black" pitchFamily="2" charset="0"/>
                <a:ea typeface="Aptos" panose="020B0004020202020204" pitchFamily="34" charset="0"/>
                <a:cs typeface="Times New Roman" panose="02020603050405020304" pitchFamily="18" charset="0"/>
              </a:rPr>
              <a:t>For help, go to our website</a:t>
            </a:r>
            <a:endParaRPr lang="en-CA" sz="1000" kern="100" dirty="0">
              <a:effectLst/>
              <a:latin typeface="Orbitron Black" pitchFamily="2" charset="0"/>
              <a:ea typeface="Aptos" panose="020B0004020202020204" pitchFamily="34" charset="0"/>
              <a:cs typeface="Times New Roman" panose="02020603050405020304" pitchFamily="18" charset="0"/>
            </a:endParaRPr>
          </a:p>
        </p:txBody>
      </p:sp>
      <p:pic>
        <p:nvPicPr>
          <p:cNvPr id="9" name="Picture 8" descr="A qr code on a black background&#10;&#10;AI-generated content may be incorrect.">
            <a:extLst>
              <a:ext uri="{FF2B5EF4-FFF2-40B4-BE49-F238E27FC236}">
                <a16:creationId xmlns:a16="http://schemas.microsoft.com/office/drawing/2014/main" id="{E07389C5-473D-D6DA-9DBD-BA22FA4C392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18976" y="3497250"/>
            <a:ext cx="647700" cy="647700"/>
          </a:xfrm>
          <a:prstGeom prst="rect">
            <a:avLst/>
          </a:prstGeom>
        </p:spPr>
      </p:pic>
      <p:sp>
        <p:nvSpPr>
          <p:cNvPr id="10" name="Text Box 2">
            <a:extLst>
              <a:ext uri="{FF2B5EF4-FFF2-40B4-BE49-F238E27FC236}">
                <a16:creationId xmlns:a16="http://schemas.microsoft.com/office/drawing/2014/main" id="{41DC2704-31AD-1D47-F687-4B7FBF1F3EBA}"/>
              </a:ext>
            </a:extLst>
          </p:cNvPr>
          <p:cNvSpPr txBox="1">
            <a:spLocks noChangeArrowheads="1"/>
          </p:cNvSpPr>
          <p:nvPr/>
        </p:nvSpPr>
        <p:spPr bwMode="auto">
          <a:xfrm>
            <a:off x="1799168" y="2478655"/>
            <a:ext cx="1632644" cy="864235"/>
          </a:xfrm>
          <a:prstGeom prst="rect">
            <a:avLst/>
          </a:prstGeom>
          <a:noFill/>
          <a:ln w="9525">
            <a:noFill/>
            <a:miter lim="800000"/>
            <a:headEnd/>
            <a:tailEnd/>
          </a:ln>
        </p:spPr>
        <p:txBody>
          <a:bodyPr rot="0" vert="horz" wrap="square" lIns="91440" tIns="45720" rIns="91440" bIns="45720" anchor="t" anchorCtr="0">
            <a:noAutofit/>
          </a:bodyPr>
          <a:lstStyle/>
          <a:p>
            <a:pPr algn="ctr">
              <a:lnSpc>
                <a:spcPct val="115000"/>
              </a:lnSpc>
              <a:spcAft>
                <a:spcPts val="800"/>
              </a:spcAft>
              <a:buNone/>
            </a:pPr>
            <a:r>
              <a:rPr lang="en-CA" sz="1400" b="1" kern="100" dirty="0">
                <a:solidFill>
                  <a:srgbClr val="FFFFFF"/>
                </a:solidFill>
                <a:effectLst/>
                <a:latin typeface="Orbitron Black" pitchFamily="2" charset="0"/>
                <a:ea typeface="Aptos" panose="020B0004020202020204" pitchFamily="34" charset="0"/>
                <a:cs typeface="Times New Roman" panose="02020603050405020304" pitchFamily="18" charset="0"/>
              </a:rPr>
              <a:t>Welcome to Escape Backpack!</a:t>
            </a:r>
            <a:endParaRPr lang="en-CA" sz="1000" kern="100" dirty="0">
              <a:effectLst/>
              <a:latin typeface="Orbitron Black" pitchFamily="2"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998360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C1097-5A8F-DF04-73EB-FAC34EF1F7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178487-294D-DB33-E92A-BD4B89232837}"/>
              </a:ext>
            </a:extLst>
          </p:cNvPr>
          <p:cNvSpPr>
            <a:spLocks noGrp="1"/>
          </p:cNvSpPr>
          <p:nvPr>
            <p:ph type="title"/>
          </p:nvPr>
        </p:nvSpPr>
        <p:spPr/>
        <p:txBody>
          <a:bodyPr/>
          <a:lstStyle/>
          <a:p>
            <a:r>
              <a:rPr lang="en-US" dirty="0">
                <a:latin typeface="Orbitron ExtraBold" pitchFamily="2" charset="0"/>
              </a:rPr>
              <a:t>Design elements</a:t>
            </a:r>
            <a:endParaRPr lang="en-CA" dirty="0">
              <a:latin typeface="Orbitron ExtraBold" pitchFamily="2" charset="0"/>
            </a:endParaRPr>
          </a:p>
        </p:txBody>
      </p:sp>
      <p:sp>
        <p:nvSpPr>
          <p:cNvPr id="23" name="Freeform: Shape 22">
            <a:extLst>
              <a:ext uri="{FF2B5EF4-FFF2-40B4-BE49-F238E27FC236}">
                <a16:creationId xmlns:a16="http://schemas.microsoft.com/office/drawing/2014/main" id="{5B495054-B05C-AC76-46FF-1DB6BB4EC220}"/>
              </a:ext>
            </a:extLst>
          </p:cNvPr>
          <p:cNvSpPr/>
          <p:nvPr/>
        </p:nvSpPr>
        <p:spPr>
          <a:xfrm rot="5400000">
            <a:off x="4923762" y="-1849179"/>
            <a:ext cx="2190307" cy="8979194"/>
          </a:xfrm>
          <a:custGeom>
            <a:avLst/>
            <a:gdLst>
              <a:gd name="connsiteX0" fmla="*/ 0 w 2190307"/>
              <a:gd name="connsiteY0" fmla="*/ 8760631 h 8979194"/>
              <a:gd name="connsiteX1" fmla="*/ 0 w 2190307"/>
              <a:gd name="connsiteY1" fmla="*/ 8756799 h 8979194"/>
              <a:gd name="connsiteX2" fmla="*/ 0 w 2190307"/>
              <a:gd name="connsiteY2" fmla="*/ 7667845 h 8979194"/>
              <a:gd name="connsiteX3" fmla="*/ 0 w 2190307"/>
              <a:gd name="connsiteY3" fmla="*/ 6372447 h 8979194"/>
              <a:gd name="connsiteX4" fmla="*/ 1 w 2190307"/>
              <a:gd name="connsiteY4" fmla="*/ 6372447 h 8979194"/>
              <a:gd name="connsiteX5" fmla="*/ 1 w 2190307"/>
              <a:gd name="connsiteY5" fmla="*/ 184303 h 8979194"/>
              <a:gd name="connsiteX6" fmla="*/ 184303 w 2190307"/>
              <a:gd name="connsiteY6" fmla="*/ 0 h 8979194"/>
              <a:gd name="connsiteX7" fmla="*/ 921486 w 2190307"/>
              <a:gd name="connsiteY7" fmla="*/ 0 h 8979194"/>
              <a:gd name="connsiteX8" fmla="*/ 1105788 w 2190307"/>
              <a:gd name="connsiteY8" fmla="*/ 184303 h 8979194"/>
              <a:gd name="connsiteX9" fmla="*/ 1105788 w 2190307"/>
              <a:gd name="connsiteY9" fmla="*/ 6372449 h 8979194"/>
              <a:gd name="connsiteX10" fmla="*/ 1095156 w 2190307"/>
              <a:gd name="connsiteY10" fmla="*/ 6372449 h 8979194"/>
              <a:gd name="connsiteX11" fmla="*/ 2190307 w 2190307"/>
              <a:gd name="connsiteY11" fmla="*/ 7467600 h 8979194"/>
              <a:gd name="connsiteX12" fmla="*/ 2190307 w 2190307"/>
              <a:gd name="connsiteY12" fmla="*/ 7661646 h 8979194"/>
              <a:gd name="connsiteX13" fmla="*/ 2184108 w 2190307"/>
              <a:gd name="connsiteY13" fmla="*/ 7667845 h 8979194"/>
              <a:gd name="connsiteX14" fmla="*/ 2190307 w 2190307"/>
              <a:gd name="connsiteY14" fmla="*/ 7667845 h 8979194"/>
              <a:gd name="connsiteX15" fmla="*/ 2190307 w 2190307"/>
              <a:gd name="connsiteY15" fmla="*/ 8760631 h 8979194"/>
              <a:gd name="connsiteX16" fmla="*/ 1971744 w 2190307"/>
              <a:gd name="connsiteY16" fmla="*/ 8979194 h 8979194"/>
              <a:gd name="connsiteX17" fmla="*/ 218563 w 2190307"/>
              <a:gd name="connsiteY17" fmla="*/ 8979194 h 8979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90307" h="8979194">
                <a:moveTo>
                  <a:pt x="0" y="8760631"/>
                </a:moveTo>
                <a:lnTo>
                  <a:pt x="0" y="8756799"/>
                </a:lnTo>
                <a:lnTo>
                  <a:pt x="0" y="7667845"/>
                </a:lnTo>
                <a:lnTo>
                  <a:pt x="0" y="6372447"/>
                </a:lnTo>
                <a:lnTo>
                  <a:pt x="1" y="6372447"/>
                </a:lnTo>
                <a:lnTo>
                  <a:pt x="1" y="184303"/>
                </a:lnTo>
                <a:lnTo>
                  <a:pt x="184303" y="0"/>
                </a:lnTo>
                <a:lnTo>
                  <a:pt x="921486" y="0"/>
                </a:lnTo>
                <a:lnTo>
                  <a:pt x="1105788" y="184303"/>
                </a:lnTo>
                <a:lnTo>
                  <a:pt x="1105788" y="6372449"/>
                </a:lnTo>
                <a:lnTo>
                  <a:pt x="1095156" y="6372449"/>
                </a:lnTo>
                <a:lnTo>
                  <a:pt x="2190307" y="7467600"/>
                </a:lnTo>
                <a:lnTo>
                  <a:pt x="2190307" y="7661646"/>
                </a:lnTo>
                <a:lnTo>
                  <a:pt x="2184108" y="7667845"/>
                </a:lnTo>
                <a:lnTo>
                  <a:pt x="2190307" y="7667845"/>
                </a:lnTo>
                <a:lnTo>
                  <a:pt x="2190307" y="8760631"/>
                </a:lnTo>
                <a:lnTo>
                  <a:pt x="1971744" y="8979194"/>
                </a:lnTo>
                <a:lnTo>
                  <a:pt x="218563" y="8979194"/>
                </a:lnTo>
                <a:close/>
              </a:path>
            </a:pathLst>
          </a:custGeom>
          <a:solidFill>
            <a:srgbClr val="8D391B"/>
          </a:solidFill>
          <a:ln>
            <a:solidFill>
              <a:srgbClr val="16253C"/>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a:p>
        </p:txBody>
      </p:sp>
      <p:sp>
        <p:nvSpPr>
          <p:cNvPr id="41" name="Flowchart: Data 40">
            <a:extLst>
              <a:ext uri="{FF2B5EF4-FFF2-40B4-BE49-F238E27FC236}">
                <a16:creationId xmlns:a16="http://schemas.microsoft.com/office/drawing/2014/main" id="{6C2692CC-4B86-ACAF-D19C-5F7468804FDA}"/>
              </a:ext>
            </a:extLst>
          </p:cNvPr>
          <p:cNvSpPr/>
          <p:nvPr/>
        </p:nvSpPr>
        <p:spPr>
          <a:xfrm rot="10800000">
            <a:off x="545990" y="5069184"/>
            <a:ext cx="1881960" cy="1523001"/>
          </a:xfrm>
          <a:prstGeom prst="flowChartInputOutput">
            <a:avLst/>
          </a:prstGeom>
          <a:solidFill>
            <a:srgbClr val="8D391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9" name="Rectangle: Top Corners Snipped 28">
            <a:extLst>
              <a:ext uri="{FF2B5EF4-FFF2-40B4-BE49-F238E27FC236}">
                <a16:creationId xmlns:a16="http://schemas.microsoft.com/office/drawing/2014/main" id="{C46E9168-87E1-5F64-8E34-900DF46B9EFC}"/>
              </a:ext>
            </a:extLst>
          </p:cNvPr>
          <p:cNvSpPr/>
          <p:nvPr/>
        </p:nvSpPr>
        <p:spPr>
          <a:xfrm rot="5400000">
            <a:off x="6234221" y="-588332"/>
            <a:ext cx="1233381" cy="10363195"/>
          </a:xfrm>
          <a:prstGeom prst="snip2SameRect">
            <a:avLst/>
          </a:prstGeom>
          <a:solidFill>
            <a:srgbClr val="8D391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7" name="Rectangle: Top Corners Snipped 26">
            <a:extLst>
              <a:ext uri="{FF2B5EF4-FFF2-40B4-BE49-F238E27FC236}">
                <a16:creationId xmlns:a16="http://schemas.microsoft.com/office/drawing/2014/main" id="{F650F943-9316-0930-FAC1-B4E53DEA9AED}"/>
              </a:ext>
            </a:extLst>
          </p:cNvPr>
          <p:cNvSpPr/>
          <p:nvPr/>
        </p:nvSpPr>
        <p:spPr>
          <a:xfrm rot="16200000">
            <a:off x="-207334" y="4343400"/>
            <a:ext cx="2615610" cy="1881960"/>
          </a:xfrm>
          <a:prstGeom prst="snip2SameRect">
            <a:avLst/>
          </a:prstGeom>
          <a:solidFill>
            <a:srgbClr val="8D391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25" name="Picture 24" descr="A logo with a maple leaf&#10;&#10;AI-generated content may be incorrect.">
            <a:extLst>
              <a:ext uri="{FF2B5EF4-FFF2-40B4-BE49-F238E27FC236}">
                <a16:creationId xmlns:a16="http://schemas.microsoft.com/office/drawing/2014/main" id="{C83E0348-9BD2-CBD9-AAFE-71A653A0A7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076" y="4296095"/>
            <a:ext cx="1976570" cy="1976570"/>
          </a:xfrm>
          <a:prstGeom prst="ellipse">
            <a:avLst/>
          </a:prstGeom>
        </p:spPr>
      </p:pic>
    </p:spTree>
    <p:extLst>
      <p:ext uri="{BB962C8B-B14F-4D97-AF65-F5344CB8AC3E}">
        <p14:creationId xmlns:p14="http://schemas.microsoft.com/office/powerpoint/2010/main" val="36002661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B4620-475D-C0DB-B4CA-42046EEEFC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DC7E8-7F36-A1A1-4BE3-F9A81966CA59}"/>
              </a:ext>
            </a:extLst>
          </p:cNvPr>
          <p:cNvSpPr>
            <a:spLocks noGrp="1"/>
          </p:cNvSpPr>
          <p:nvPr>
            <p:ph type="title"/>
          </p:nvPr>
        </p:nvSpPr>
        <p:spPr/>
        <p:txBody>
          <a:bodyPr/>
          <a:lstStyle/>
          <a:p>
            <a:r>
              <a:rPr lang="en-US" dirty="0">
                <a:latin typeface="Orbitron ExtraBold" pitchFamily="2" charset="0"/>
              </a:rPr>
              <a:t>Design elements</a:t>
            </a:r>
            <a:endParaRPr lang="en-CA" dirty="0">
              <a:latin typeface="Orbitron ExtraBold" pitchFamily="2" charset="0"/>
            </a:endParaRPr>
          </a:p>
        </p:txBody>
      </p:sp>
      <p:sp>
        <p:nvSpPr>
          <p:cNvPr id="3" name="TextBox 2">
            <a:extLst>
              <a:ext uri="{FF2B5EF4-FFF2-40B4-BE49-F238E27FC236}">
                <a16:creationId xmlns:a16="http://schemas.microsoft.com/office/drawing/2014/main" id="{593D6F1C-B6F8-26D4-8BF8-74D1187D9982}"/>
              </a:ext>
            </a:extLst>
          </p:cNvPr>
          <p:cNvSpPr txBox="1"/>
          <p:nvPr/>
        </p:nvSpPr>
        <p:spPr>
          <a:xfrm>
            <a:off x="2466402" y="1678824"/>
            <a:ext cx="6705029" cy="923330"/>
          </a:xfrm>
          <a:prstGeom prst="rect">
            <a:avLst/>
          </a:prstGeom>
          <a:noFill/>
        </p:spPr>
        <p:txBody>
          <a:bodyPr wrap="square" rtlCol="0">
            <a:spAutoFit/>
          </a:bodyPr>
          <a:lstStyle/>
          <a:p>
            <a:r>
              <a:rPr lang="en-CA" sz="5400" dirty="0">
                <a:solidFill>
                  <a:schemeClr val="bg1"/>
                </a:solidFill>
                <a:latin typeface="Orbitron Black" pitchFamily="2" charset="0"/>
              </a:rPr>
              <a:t>Mission Brief - </a:t>
            </a:r>
          </a:p>
        </p:txBody>
      </p:sp>
      <p:sp>
        <p:nvSpPr>
          <p:cNvPr id="9" name="Freeform: Shape 8">
            <a:extLst>
              <a:ext uri="{FF2B5EF4-FFF2-40B4-BE49-F238E27FC236}">
                <a16:creationId xmlns:a16="http://schemas.microsoft.com/office/drawing/2014/main" id="{B0CDE961-7483-7710-2A66-C04DB96653D2}"/>
              </a:ext>
            </a:extLst>
          </p:cNvPr>
          <p:cNvSpPr/>
          <p:nvPr/>
        </p:nvSpPr>
        <p:spPr>
          <a:xfrm rot="10800000">
            <a:off x="912406" y="1834800"/>
            <a:ext cx="7442835" cy="1333500"/>
          </a:xfrm>
          <a:custGeom>
            <a:avLst/>
            <a:gdLst>
              <a:gd name="connsiteX0" fmla="*/ 7292866 w 7442835"/>
              <a:gd name="connsiteY0" fmla="*/ 1333500 h 1333500"/>
              <a:gd name="connsiteX1" fmla="*/ 6543040 w 7442835"/>
              <a:gd name="connsiteY1" fmla="*/ 1333500 h 1333500"/>
              <a:gd name="connsiteX2" fmla="*/ 6543040 w 7442835"/>
              <a:gd name="connsiteY2" fmla="*/ 1332617 h 1333500"/>
              <a:gd name="connsiteX3" fmla="*/ 89960 w 7442835"/>
              <a:gd name="connsiteY3" fmla="*/ 1332616 h 1333500"/>
              <a:gd name="connsiteX4" fmla="*/ 0 w 7442835"/>
              <a:gd name="connsiteY4" fmla="*/ 1242656 h 1333500"/>
              <a:gd name="connsiteX5" fmla="*/ 0 w 7442835"/>
              <a:gd name="connsiteY5" fmla="*/ 882826 h 1333500"/>
              <a:gd name="connsiteX6" fmla="*/ 89960 w 7442835"/>
              <a:gd name="connsiteY6" fmla="*/ 792866 h 1333500"/>
              <a:gd name="connsiteX7" fmla="*/ 6074509 w 7442835"/>
              <a:gd name="connsiteY7" fmla="*/ 792867 h 1333500"/>
              <a:gd name="connsiteX8" fmla="*/ 6217667 w 7442835"/>
              <a:gd name="connsiteY8" fmla="*/ 634 h 1333500"/>
              <a:gd name="connsiteX9" fmla="*/ 6543040 w 7442835"/>
              <a:gd name="connsiteY9" fmla="*/ 634 h 1333500"/>
              <a:gd name="connsiteX10" fmla="*/ 6543040 w 7442835"/>
              <a:gd name="connsiteY10" fmla="*/ 0 h 1333500"/>
              <a:gd name="connsiteX11" fmla="*/ 7292866 w 7442835"/>
              <a:gd name="connsiteY11" fmla="*/ 0 h 1333500"/>
              <a:gd name="connsiteX12" fmla="*/ 7442835 w 7442835"/>
              <a:gd name="connsiteY12" fmla="*/ 149969 h 1333500"/>
              <a:gd name="connsiteX13" fmla="*/ 7442835 w 7442835"/>
              <a:gd name="connsiteY13" fmla="*/ 1183531 h 133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42835" h="1333500">
                <a:moveTo>
                  <a:pt x="7292866" y="1333500"/>
                </a:moveTo>
                <a:lnTo>
                  <a:pt x="6543040" y="1333500"/>
                </a:lnTo>
                <a:lnTo>
                  <a:pt x="6543040" y="1332617"/>
                </a:lnTo>
                <a:lnTo>
                  <a:pt x="89960" y="1332616"/>
                </a:lnTo>
                <a:lnTo>
                  <a:pt x="0" y="1242656"/>
                </a:lnTo>
                <a:lnTo>
                  <a:pt x="0" y="882826"/>
                </a:lnTo>
                <a:lnTo>
                  <a:pt x="89960" y="792866"/>
                </a:lnTo>
                <a:lnTo>
                  <a:pt x="6074509" y="792867"/>
                </a:lnTo>
                <a:lnTo>
                  <a:pt x="6217667" y="634"/>
                </a:lnTo>
                <a:lnTo>
                  <a:pt x="6543040" y="634"/>
                </a:lnTo>
                <a:lnTo>
                  <a:pt x="6543040" y="0"/>
                </a:lnTo>
                <a:lnTo>
                  <a:pt x="7292866" y="0"/>
                </a:lnTo>
                <a:lnTo>
                  <a:pt x="7442835" y="149969"/>
                </a:lnTo>
                <a:lnTo>
                  <a:pt x="7442835" y="1183531"/>
                </a:lnTo>
                <a:close/>
              </a:path>
            </a:pathLst>
          </a:custGeom>
          <a:solidFill>
            <a:srgbClr val="8D391B"/>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CA"/>
          </a:p>
        </p:txBody>
      </p:sp>
    </p:spTree>
    <p:extLst>
      <p:ext uri="{BB962C8B-B14F-4D97-AF65-F5344CB8AC3E}">
        <p14:creationId xmlns:p14="http://schemas.microsoft.com/office/powerpoint/2010/main" val="6956423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219619fd-75dc-48cb-820d-8f683a95dd8b}" enabled="1" method="Privileged" siteId="{05c95b33-90ca-49d5-b644-288b930b912b}" removed="0"/>
</clbl:labelList>
</file>

<file path=docProps/app.xml><?xml version="1.0" encoding="utf-8"?>
<Properties xmlns="http://schemas.openxmlformats.org/officeDocument/2006/extended-properties" xmlns:vt="http://schemas.openxmlformats.org/officeDocument/2006/docPropsVTypes">
  <TotalTime>12249</TotalTime>
  <Words>1351</Words>
  <Application>Microsoft Office PowerPoint</Application>
  <PresentationFormat>Widescreen</PresentationFormat>
  <Paragraphs>274</Paragraphs>
  <Slides>21</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21</vt:i4>
      </vt:variant>
    </vt:vector>
  </HeadingPairs>
  <TitlesOfParts>
    <vt:vector size="33" baseType="lpstr">
      <vt:lpstr>Aptos</vt:lpstr>
      <vt:lpstr>Aptos Display</vt:lpstr>
      <vt:lpstr>Aptos Mono</vt:lpstr>
      <vt:lpstr>Arial</vt:lpstr>
      <vt:lpstr>DownCity</vt:lpstr>
      <vt:lpstr>Dreaming Outloud Pro</vt:lpstr>
      <vt:lpstr>Orbitron</vt:lpstr>
      <vt:lpstr>Orbitron Black</vt:lpstr>
      <vt:lpstr>Orbitron ExtraBold</vt:lpstr>
      <vt:lpstr>Orbitron Medium</vt:lpstr>
      <vt:lpstr>Times New Roman</vt:lpstr>
      <vt:lpstr>Office Theme</vt:lpstr>
      <vt:lpstr>Space Station Aurora</vt:lpstr>
      <vt:lpstr>Story Details</vt:lpstr>
      <vt:lpstr>Puzzle/clues/story Ideas</vt:lpstr>
      <vt:lpstr>Puzzle/clues/story Ideas</vt:lpstr>
      <vt:lpstr>Puzzle/clues/story Ideas</vt:lpstr>
      <vt:lpstr>Receipts</vt:lpstr>
      <vt:lpstr>Gambling emails</vt:lpstr>
      <vt:lpstr>Electronic Puzzle</vt:lpstr>
      <vt:lpstr>Logos/names</vt:lpstr>
      <vt:lpstr>Design elements</vt:lpstr>
      <vt:lpstr>Crew</vt:lpstr>
      <vt:lpstr>Crew - New</vt:lpstr>
      <vt:lpstr>Crew - New</vt:lpstr>
      <vt:lpstr>Crew</vt:lpstr>
      <vt:lpstr>Crew</vt:lpstr>
      <vt:lpstr>Design elements</vt:lpstr>
      <vt:lpstr>Space Station Layout</vt:lpstr>
      <vt:lpstr>Design elements</vt:lpstr>
      <vt:lpstr>Design elements</vt:lpstr>
      <vt:lpstr>Design elements</vt:lpstr>
      <vt:lpstr>Design elements</vt:lpstr>
    </vt:vector>
  </TitlesOfParts>
  <Company>NRCan - RNCan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Guettier, Simon (he, him | il, lui)</dc:creator>
  <cp:lastModifiedBy>Simon Guettier</cp:lastModifiedBy>
  <cp:revision>67</cp:revision>
  <dcterms:created xsi:type="dcterms:W3CDTF">2025-12-10T13:52:45Z</dcterms:created>
  <dcterms:modified xsi:type="dcterms:W3CDTF">2026-05-04T02:16:18Z</dcterms:modified>
</cp:coreProperties>
</file>